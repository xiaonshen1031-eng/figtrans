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8288000" cy="78374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6C107-7AE4-7F65-F816-4D59A49B8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282664"/>
            <a:ext cx="13716000" cy="272860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5862F6-3E91-7596-E04E-4B64CF5F9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116496"/>
            <a:ext cx="13716000" cy="18922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23245-7E1D-F2CB-6B9E-DE54C0FD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5CC2E4-3F18-54AF-BCA9-676A3169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AF9B1A-5D7B-DCDD-80DB-B0412B93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8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31583-EC7B-6651-7BA8-3BB0ECFE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51C9D-62F4-BF11-0482-539636314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AAFEB-C0F0-B7AA-30F7-80DA2239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572CCC-511F-9884-A8CD-93AD98A7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FD5505-1A14-B7B8-0B96-669305F9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56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48D2C-F7E7-738A-409F-310C584B0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1953931"/>
            <a:ext cx="15773400" cy="326017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677F14-B7BB-6DB1-19F4-D2876BA07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5244951"/>
            <a:ext cx="15773400" cy="17144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BE619-D014-2516-EBF5-A7AAC972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753A0F-698C-8BE8-AB04-63CA14E1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A8ED0-4335-C27F-FCCC-EA02D369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45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56AC8-5AFD-1BD4-91DF-9F6192AB3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EFCAF5-0507-F231-B344-7A94B5E94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086368"/>
            <a:ext cx="7772400" cy="49728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106783-C215-5FD8-9735-FF7A11A7D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086368"/>
            <a:ext cx="7772400" cy="49728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F41459-B9E7-5945-51AF-71B6AC0A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21C601-0F50-381A-0E94-E457565F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B00F4-6950-C754-A508-0D7E0D77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29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53121-D8BD-4BB4-A4B8-11EFEA28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417276"/>
            <a:ext cx="15773400" cy="15148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70BC34-2BC1-92F4-5758-98C3D0EB9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1921273"/>
            <a:ext cx="7736681" cy="9415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D38428-4D73-DDF7-4465-E596C158B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2862860"/>
            <a:ext cx="7736681" cy="42108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258717-CD92-17F4-ACC7-07509BA11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1921273"/>
            <a:ext cx="7774782" cy="9415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44B778-2807-93DB-7109-9B6F6B80F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2862860"/>
            <a:ext cx="7774782" cy="42108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B6612F-75CF-380E-FCE7-CDAF7161B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242112-FF45-00AB-76A8-7C1F4E2CA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F566B5-8FF8-C3E2-84F1-A71E1EF2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088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8EC8-EC84-97AF-7F43-726382D9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60ACB1-4A4D-41A6-7993-85C8A04F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940B41-350E-32DF-1C43-82B412CF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8520D7-8E4F-E1AA-3A56-0E90974E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99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C6EA4A-58D8-55F2-CC88-F6BC612EB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04BBDD-2FBC-1236-8197-FB4D3F0E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674FDD-AE56-4C76-8811-32490FDA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1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7FD72-A80C-B354-52F1-E31FD1263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522499"/>
            <a:ext cx="5898356" cy="182874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E40DB2-46A7-81A9-FE7D-0473339B0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128455"/>
            <a:ext cx="9258300" cy="55696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7250B2-3AD7-2BC9-755E-69224FF99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2351246"/>
            <a:ext cx="5898356" cy="4355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C3525A-E76B-5B9B-0092-8BC899AD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9C8A2B-2DD7-32BB-015B-9E8F713E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E5C35D-7F99-4962-9DC3-1F108E0E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81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493760-4DA8-FD26-1C31-F9585177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522499"/>
            <a:ext cx="5898356" cy="182874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26C97E-917E-080E-3B42-B23EFA5098B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128455"/>
            <a:ext cx="9258300" cy="5569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86D70C-A30E-3D48-A595-970459D8B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2351246"/>
            <a:ext cx="5898356" cy="4355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7512FF-692A-315B-C3AD-2680693D3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175D4-DF1A-66BE-7A55-BBF52679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3013BC-7AF0-B4C8-B71B-067D2A6D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8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76814-CB49-9AAB-EFCD-DFFCB40F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1A65E1-FD4D-E5E9-3DCE-9EB4B4FC5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AF5F6-1898-6DE3-2BCD-0351AF33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8F52C-F175-1CE1-291C-3E19DB04B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A04A53-6015-559C-0FD8-0DB55464F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56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F0DB25-B6A6-6302-CC3E-7D19766D8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417274"/>
            <a:ext cx="3943350" cy="66419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486AD1-E2CD-CBDF-D185-6E21D06C3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417274"/>
            <a:ext cx="11601450" cy="66419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509394-9EA3-043A-6A74-BF48D405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F3F2E-70DC-3C8E-DA56-6DA75E37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72DEB-A881-B910-191D-4769E1F7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8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D264AB-084A-2FC2-AD93-8C7F3E5A8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417276"/>
            <a:ext cx="15773400" cy="1514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D68CE8-55F9-BBE1-0288-72410F899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086368"/>
            <a:ext cx="15773400" cy="4972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7AC43-B37E-05A5-B2AE-657FFDC2F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7264192"/>
            <a:ext cx="4114800" cy="417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1555F-84E2-456C-B07E-C08BA095D0DF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EA4634-1019-7212-2D63-1B95B023E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7264192"/>
            <a:ext cx="6172200" cy="417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597B9B-0842-C570-3C65-C5CFD6B12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7264192"/>
            <a:ext cx="4114800" cy="417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8D83D-A190-430E-8CAD-D36C5F2AD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96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_d_shadow">
            <a:extLst>
              <a:ext uri="{FF2B5EF4-FFF2-40B4-BE49-F238E27FC236}">
                <a16:creationId xmlns:a16="http://schemas.microsoft.com/office/drawing/2014/main" id="{AC01919E-F3DC-8A37-0C87-444607DC8D3A}"/>
              </a:ext>
            </a:extLst>
          </p:cNvPr>
          <p:cNvSpPr/>
          <p:nvPr/>
        </p:nvSpPr>
        <p:spPr>
          <a:xfrm>
            <a:off x="229348" y="329064"/>
            <a:ext cx="5982988" cy="3410303"/>
          </a:xfrm>
          <a:prstGeom prst="roundRect">
            <a:avLst>
              <a:gd name="adj" fmla="val 1462"/>
            </a:avLst>
          </a:prstGeom>
          <a:solidFill>
            <a:srgbClr val="D7D7D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anel_a_shadow">
            <a:extLst>
              <a:ext uri="{FF2B5EF4-FFF2-40B4-BE49-F238E27FC236}">
                <a16:creationId xmlns:a16="http://schemas.microsoft.com/office/drawing/2014/main" id="{685F2239-134F-C81F-25E9-8442E89DE086}"/>
              </a:ext>
            </a:extLst>
          </p:cNvPr>
          <p:cNvSpPr/>
          <p:nvPr/>
        </p:nvSpPr>
        <p:spPr>
          <a:xfrm>
            <a:off x="219376" y="4417440"/>
            <a:ext cx="5943102" cy="3190927"/>
          </a:xfrm>
          <a:prstGeom prst="roundRect">
            <a:avLst>
              <a:gd name="adj" fmla="val 1563"/>
            </a:avLst>
          </a:prstGeom>
          <a:solidFill>
            <a:srgbClr val="D7D7D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rm_block_shadow">
            <a:extLst>
              <a:ext uri="{FF2B5EF4-FFF2-40B4-BE49-F238E27FC236}">
                <a16:creationId xmlns:a16="http://schemas.microsoft.com/office/drawing/2014/main" id="{CAE030CA-AC60-1F9F-53B3-19163B7DD776}"/>
              </a:ext>
            </a:extLst>
          </p:cNvPr>
          <p:cNvSpPr/>
          <p:nvPr/>
        </p:nvSpPr>
        <p:spPr>
          <a:xfrm>
            <a:off x="6760776" y="1675237"/>
            <a:ext cx="3360445" cy="4975852"/>
          </a:xfrm>
          <a:prstGeom prst="roundRect">
            <a:avLst>
              <a:gd name="adj" fmla="val 1484"/>
            </a:avLst>
          </a:prstGeom>
          <a:solidFill>
            <a:srgbClr val="D7D7D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nel_c_shadow">
            <a:extLst>
              <a:ext uri="{FF2B5EF4-FFF2-40B4-BE49-F238E27FC236}">
                <a16:creationId xmlns:a16="http://schemas.microsoft.com/office/drawing/2014/main" id="{14FA1A5C-5EE3-3F98-00AE-DB7D511E6E0C}"/>
              </a:ext>
            </a:extLst>
          </p:cNvPr>
          <p:cNvSpPr/>
          <p:nvPr/>
        </p:nvSpPr>
        <p:spPr>
          <a:xfrm>
            <a:off x="10440314" y="329064"/>
            <a:ext cx="7718054" cy="3689510"/>
          </a:xfrm>
          <a:prstGeom prst="roundRect">
            <a:avLst>
              <a:gd name="adj" fmla="val 1351"/>
            </a:avLst>
          </a:prstGeom>
          <a:solidFill>
            <a:srgbClr val="D7D7D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nel_b_shadow">
            <a:extLst>
              <a:ext uri="{FF2B5EF4-FFF2-40B4-BE49-F238E27FC236}">
                <a16:creationId xmlns:a16="http://schemas.microsoft.com/office/drawing/2014/main" id="{6C54FAE5-A1EE-ED42-6526-CAD7D816F6F0}"/>
              </a:ext>
            </a:extLst>
          </p:cNvPr>
          <p:cNvSpPr/>
          <p:nvPr/>
        </p:nvSpPr>
        <p:spPr>
          <a:xfrm>
            <a:off x="10480201" y="4427411"/>
            <a:ext cx="7678167" cy="3180956"/>
          </a:xfrm>
          <a:prstGeom prst="roundRect">
            <a:avLst>
              <a:gd name="adj" fmla="val 1567"/>
            </a:avLst>
          </a:prstGeom>
          <a:solidFill>
            <a:srgbClr val="D7D7D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anel_d">
            <a:extLst>
              <a:ext uri="{FF2B5EF4-FFF2-40B4-BE49-F238E27FC236}">
                <a16:creationId xmlns:a16="http://schemas.microsoft.com/office/drawing/2014/main" id="{C6EF616C-F34F-C434-B9F2-600DAC127DA7}"/>
              </a:ext>
            </a:extLst>
          </p:cNvPr>
          <p:cNvSpPr/>
          <p:nvPr/>
        </p:nvSpPr>
        <p:spPr>
          <a:xfrm>
            <a:off x="189461" y="279206"/>
            <a:ext cx="5982988" cy="3410303"/>
          </a:xfrm>
          <a:prstGeom prst="roundRect">
            <a:avLst>
              <a:gd name="adj" fmla="val 1462"/>
            </a:avLst>
          </a:prstGeom>
          <a:solidFill>
            <a:srgbClr val="FFFFFF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anel_a">
            <a:extLst>
              <a:ext uri="{FF2B5EF4-FFF2-40B4-BE49-F238E27FC236}">
                <a16:creationId xmlns:a16="http://schemas.microsoft.com/office/drawing/2014/main" id="{0BB5431F-6F60-2D3C-425F-47478AECB3ED}"/>
              </a:ext>
            </a:extLst>
          </p:cNvPr>
          <p:cNvSpPr/>
          <p:nvPr/>
        </p:nvSpPr>
        <p:spPr>
          <a:xfrm>
            <a:off x="179490" y="4367581"/>
            <a:ext cx="5943101" cy="3190927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rm_block">
            <a:extLst>
              <a:ext uri="{FF2B5EF4-FFF2-40B4-BE49-F238E27FC236}">
                <a16:creationId xmlns:a16="http://schemas.microsoft.com/office/drawing/2014/main" id="{FD8790B5-208A-CC97-84F3-D9F80452D207}"/>
              </a:ext>
            </a:extLst>
          </p:cNvPr>
          <p:cNvSpPr/>
          <p:nvPr/>
        </p:nvSpPr>
        <p:spPr>
          <a:xfrm>
            <a:off x="6720890" y="1625378"/>
            <a:ext cx="3360445" cy="4975852"/>
          </a:xfrm>
          <a:prstGeom prst="roundRect">
            <a:avLst>
              <a:gd name="adj" fmla="val 1484"/>
            </a:avLst>
          </a:prstGeom>
          <a:solidFill>
            <a:srgbClr val="F5F5F5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panel_c">
            <a:extLst>
              <a:ext uri="{FF2B5EF4-FFF2-40B4-BE49-F238E27FC236}">
                <a16:creationId xmlns:a16="http://schemas.microsoft.com/office/drawing/2014/main" id="{BE1D4DB5-4364-2028-2D46-316F6DF255EC}"/>
              </a:ext>
            </a:extLst>
          </p:cNvPr>
          <p:cNvSpPr/>
          <p:nvPr/>
        </p:nvSpPr>
        <p:spPr>
          <a:xfrm>
            <a:off x="10400427" y="279206"/>
            <a:ext cx="7718055" cy="368951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nel_b">
            <a:extLst>
              <a:ext uri="{FF2B5EF4-FFF2-40B4-BE49-F238E27FC236}">
                <a16:creationId xmlns:a16="http://schemas.microsoft.com/office/drawing/2014/main" id="{AEF6CB10-A86B-3C65-A544-FF14DB341786}"/>
              </a:ext>
            </a:extLst>
          </p:cNvPr>
          <p:cNvSpPr/>
          <p:nvPr/>
        </p:nvSpPr>
        <p:spPr>
          <a:xfrm>
            <a:off x="10440314" y="4377553"/>
            <a:ext cx="7678168" cy="3180955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callout_d_top">
            <a:extLst>
              <a:ext uri="{FF2B5EF4-FFF2-40B4-BE49-F238E27FC236}">
                <a16:creationId xmlns:a16="http://schemas.microsoft.com/office/drawing/2014/main" id="{27940E82-7804-49DF-A781-F16398C9102F}"/>
              </a:ext>
            </a:extLst>
          </p:cNvPr>
          <p:cNvCxnSpPr/>
          <p:nvPr/>
        </p:nvCxnSpPr>
        <p:spPr>
          <a:xfrm>
            <a:off x="6172449" y="289178"/>
            <a:ext cx="1066966" cy="1545605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allout_d_bottom">
            <a:extLst>
              <a:ext uri="{FF2B5EF4-FFF2-40B4-BE49-F238E27FC236}">
                <a16:creationId xmlns:a16="http://schemas.microsoft.com/office/drawing/2014/main" id="{1BFA6384-A895-BF33-FD26-6368FBF60932}"/>
              </a:ext>
            </a:extLst>
          </p:cNvPr>
          <p:cNvCxnSpPr/>
          <p:nvPr/>
        </p:nvCxnSpPr>
        <p:spPr>
          <a:xfrm flipV="1">
            <a:off x="6172449" y="2532798"/>
            <a:ext cx="1047024" cy="1156711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allout_a_top">
            <a:extLst>
              <a:ext uri="{FF2B5EF4-FFF2-40B4-BE49-F238E27FC236}">
                <a16:creationId xmlns:a16="http://schemas.microsoft.com/office/drawing/2014/main" id="{88A7B38A-F5C2-4A26-8438-0B18B05E5160}"/>
              </a:ext>
            </a:extLst>
          </p:cNvPr>
          <p:cNvCxnSpPr/>
          <p:nvPr/>
        </p:nvCxnSpPr>
        <p:spPr>
          <a:xfrm>
            <a:off x="6122591" y="4377553"/>
            <a:ext cx="1216541" cy="2343337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allout_a_bottom">
            <a:extLst>
              <a:ext uri="{FF2B5EF4-FFF2-40B4-BE49-F238E27FC236}">
                <a16:creationId xmlns:a16="http://schemas.microsoft.com/office/drawing/2014/main" id="{72583662-1647-C9DE-B888-94BEEC38DB95}"/>
              </a:ext>
            </a:extLst>
          </p:cNvPr>
          <p:cNvCxnSpPr/>
          <p:nvPr/>
        </p:nvCxnSpPr>
        <p:spPr>
          <a:xfrm flipV="1">
            <a:off x="6122591" y="7299245"/>
            <a:ext cx="1206569" cy="259263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allout_c_top">
            <a:extLst>
              <a:ext uri="{FF2B5EF4-FFF2-40B4-BE49-F238E27FC236}">
                <a16:creationId xmlns:a16="http://schemas.microsoft.com/office/drawing/2014/main" id="{D7173D2E-8183-EC94-8707-98BDF74E7F7C}"/>
              </a:ext>
            </a:extLst>
          </p:cNvPr>
          <p:cNvCxnSpPr/>
          <p:nvPr/>
        </p:nvCxnSpPr>
        <p:spPr>
          <a:xfrm flipH="1">
            <a:off x="9722355" y="289178"/>
            <a:ext cx="678072" cy="2752174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allout_c_bottom">
            <a:extLst>
              <a:ext uri="{FF2B5EF4-FFF2-40B4-BE49-F238E27FC236}">
                <a16:creationId xmlns:a16="http://schemas.microsoft.com/office/drawing/2014/main" id="{196E065D-6B14-4136-D6C2-DC0A0B36A8B3}"/>
              </a:ext>
            </a:extLst>
          </p:cNvPr>
          <p:cNvCxnSpPr/>
          <p:nvPr/>
        </p:nvCxnSpPr>
        <p:spPr>
          <a:xfrm flipH="1" flipV="1">
            <a:off x="9722355" y="3659594"/>
            <a:ext cx="678072" cy="309122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allout_b_top">
            <a:extLst>
              <a:ext uri="{FF2B5EF4-FFF2-40B4-BE49-F238E27FC236}">
                <a16:creationId xmlns:a16="http://schemas.microsoft.com/office/drawing/2014/main" id="{02DC24FC-8235-45BE-11E8-521429D81CFE}"/>
              </a:ext>
            </a:extLst>
          </p:cNvPr>
          <p:cNvCxnSpPr/>
          <p:nvPr/>
        </p:nvCxnSpPr>
        <p:spPr>
          <a:xfrm flipH="1">
            <a:off x="9722355" y="4377553"/>
            <a:ext cx="717959" cy="787760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allout_b_bottom">
            <a:extLst>
              <a:ext uri="{FF2B5EF4-FFF2-40B4-BE49-F238E27FC236}">
                <a16:creationId xmlns:a16="http://schemas.microsoft.com/office/drawing/2014/main" id="{ED0CBD74-1DDD-BE12-5A0A-E6E1EF90ED43}"/>
              </a:ext>
            </a:extLst>
          </p:cNvPr>
          <p:cNvCxnSpPr/>
          <p:nvPr/>
        </p:nvCxnSpPr>
        <p:spPr>
          <a:xfrm flipH="1" flipV="1">
            <a:off x="9722355" y="5953073"/>
            <a:ext cx="717959" cy="1605435"/>
          </a:xfrm>
          <a:prstGeom prst="line">
            <a:avLst/>
          </a:prstGeom>
          <a:ln w="31909">
            <a:solidFill>
              <a:srgbClr val="A6A6A6"/>
            </a:solidFill>
            <a:prstDash val="dash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aw_y_axis">
            <a:extLst>
              <a:ext uri="{FF2B5EF4-FFF2-40B4-BE49-F238E27FC236}">
                <a16:creationId xmlns:a16="http://schemas.microsoft.com/office/drawing/2014/main" id="{5C135EF0-6A56-8F94-DCC8-71A5B7B2A509}"/>
              </a:ext>
            </a:extLst>
          </p:cNvPr>
          <p:cNvCxnSpPr/>
          <p:nvPr/>
        </p:nvCxnSpPr>
        <p:spPr>
          <a:xfrm flipV="1">
            <a:off x="707987" y="4666731"/>
            <a:ext cx="0" cy="2064130"/>
          </a:xfrm>
          <a:prstGeom prst="line">
            <a:avLst/>
          </a:prstGeom>
          <a:ln w="21938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aw_x_axis">
            <a:extLst>
              <a:ext uri="{FF2B5EF4-FFF2-40B4-BE49-F238E27FC236}">
                <a16:creationId xmlns:a16="http://schemas.microsoft.com/office/drawing/2014/main" id="{2FAB41BD-E52A-8B95-FD10-CA208DBF3BFD}"/>
              </a:ext>
            </a:extLst>
          </p:cNvPr>
          <p:cNvCxnSpPr/>
          <p:nvPr/>
        </p:nvCxnSpPr>
        <p:spPr>
          <a:xfrm>
            <a:off x="707987" y="6730861"/>
            <a:ext cx="1435917" cy="0"/>
          </a:xfrm>
          <a:prstGeom prst="line">
            <a:avLst/>
          </a:prstGeom>
          <a:ln w="21938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mbedding_input_0">
            <a:extLst>
              <a:ext uri="{FF2B5EF4-FFF2-40B4-BE49-F238E27FC236}">
                <a16:creationId xmlns:a16="http://schemas.microsoft.com/office/drawing/2014/main" id="{0E17361D-5B75-47B2-F4AB-D64F44D8EE29}"/>
              </a:ext>
            </a:extLst>
          </p:cNvPr>
          <p:cNvCxnSpPr/>
          <p:nvPr/>
        </p:nvCxnSpPr>
        <p:spPr>
          <a:xfrm>
            <a:off x="2253592" y="5165313"/>
            <a:ext cx="368951" cy="0"/>
          </a:xfrm>
          <a:prstGeom prst="line">
            <a:avLst/>
          </a:prstGeom>
          <a:ln w="36895">
            <a:solidFill>
              <a:srgbClr val="FF858C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embedding_output_0">
            <a:extLst>
              <a:ext uri="{FF2B5EF4-FFF2-40B4-BE49-F238E27FC236}">
                <a16:creationId xmlns:a16="http://schemas.microsoft.com/office/drawing/2014/main" id="{2F29B948-0189-38D0-B641-EA016ECF54F0}"/>
              </a:ext>
            </a:extLst>
          </p:cNvPr>
          <p:cNvCxnSpPr/>
          <p:nvPr/>
        </p:nvCxnSpPr>
        <p:spPr>
          <a:xfrm>
            <a:off x="3689509" y="5165313"/>
            <a:ext cx="358980" cy="0"/>
          </a:xfrm>
          <a:prstGeom prst="line">
            <a:avLst/>
          </a:prstGeom>
          <a:ln w="36895">
            <a:solidFill>
              <a:srgbClr val="FF858C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mbedding_input_1">
            <a:extLst>
              <a:ext uri="{FF2B5EF4-FFF2-40B4-BE49-F238E27FC236}">
                <a16:creationId xmlns:a16="http://schemas.microsoft.com/office/drawing/2014/main" id="{031327C8-EB9E-BAC7-7CE5-66CD95157B86}"/>
              </a:ext>
            </a:extLst>
          </p:cNvPr>
          <p:cNvCxnSpPr/>
          <p:nvPr/>
        </p:nvCxnSpPr>
        <p:spPr>
          <a:xfrm>
            <a:off x="2253592" y="5823441"/>
            <a:ext cx="368951" cy="0"/>
          </a:xfrm>
          <a:prstGeom prst="line">
            <a:avLst/>
          </a:prstGeom>
          <a:ln w="36895">
            <a:solidFill>
              <a:srgbClr val="FF858C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mbedding_output_1">
            <a:extLst>
              <a:ext uri="{FF2B5EF4-FFF2-40B4-BE49-F238E27FC236}">
                <a16:creationId xmlns:a16="http://schemas.microsoft.com/office/drawing/2014/main" id="{CB304B89-9A73-B658-88DA-7FE41DC6B7E4}"/>
              </a:ext>
            </a:extLst>
          </p:cNvPr>
          <p:cNvCxnSpPr/>
          <p:nvPr/>
        </p:nvCxnSpPr>
        <p:spPr>
          <a:xfrm>
            <a:off x="3689509" y="5823441"/>
            <a:ext cx="358980" cy="0"/>
          </a:xfrm>
          <a:prstGeom prst="line">
            <a:avLst/>
          </a:prstGeom>
          <a:ln w="36895">
            <a:solidFill>
              <a:srgbClr val="FF858C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mbedding_input_2">
            <a:extLst>
              <a:ext uri="{FF2B5EF4-FFF2-40B4-BE49-F238E27FC236}">
                <a16:creationId xmlns:a16="http://schemas.microsoft.com/office/drawing/2014/main" id="{54B89B6C-B420-349B-5066-296C9756D307}"/>
              </a:ext>
            </a:extLst>
          </p:cNvPr>
          <p:cNvCxnSpPr/>
          <p:nvPr/>
        </p:nvCxnSpPr>
        <p:spPr>
          <a:xfrm>
            <a:off x="2253592" y="6481570"/>
            <a:ext cx="368951" cy="0"/>
          </a:xfrm>
          <a:prstGeom prst="line">
            <a:avLst/>
          </a:prstGeom>
          <a:ln w="36895">
            <a:solidFill>
              <a:srgbClr val="FF858C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mbedding_output_2">
            <a:extLst>
              <a:ext uri="{FF2B5EF4-FFF2-40B4-BE49-F238E27FC236}">
                <a16:creationId xmlns:a16="http://schemas.microsoft.com/office/drawing/2014/main" id="{0209AA74-CF10-1183-34FD-152ADBBE1010}"/>
              </a:ext>
            </a:extLst>
          </p:cNvPr>
          <p:cNvCxnSpPr/>
          <p:nvPr/>
        </p:nvCxnSpPr>
        <p:spPr>
          <a:xfrm>
            <a:off x="3689509" y="6481570"/>
            <a:ext cx="358980" cy="0"/>
          </a:xfrm>
          <a:prstGeom prst="line">
            <a:avLst/>
          </a:prstGeom>
          <a:ln w="36895">
            <a:solidFill>
              <a:srgbClr val="FF858C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main_input_arrow">
            <a:extLst>
              <a:ext uri="{FF2B5EF4-FFF2-40B4-BE49-F238E27FC236}">
                <a16:creationId xmlns:a16="http://schemas.microsoft.com/office/drawing/2014/main" id="{D5ACA8E9-45CF-B840-5BFE-AC8C0BE6C7B9}"/>
              </a:ext>
            </a:extLst>
          </p:cNvPr>
          <p:cNvCxnSpPr/>
          <p:nvPr/>
        </p:nvCxnSpPr>
        <p:spPr>
          <a:xfrm flipV="1">
            <a:off x="8386155" y="7359075"/>
            <a:ext cx="0" cy="368951"/>
          </a:xfrm>
          <a:prstGeom prst="line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main_emb_to_attention">
            <a:extLst>
              <a:ext uri="{FF2B5EF4-FFF2-40B4-BE49-F238E27FC236}">
                <a16:creationId xmlns:a16="http://schemas.microsoft.com/office/drawing/2014/main" id="{CD6A4758-9099-B321-0480-E63EF0E56499}"/>
              </a:ext>
            </a:extLst>
          </p:cNvPr>
          <p:cNvCxnSpPr>
            <a:cxnSpLocks/>
            <a:stCxn id="69" idx="0"/>
            <a:endCxn id="70" idx="2"/>
          </p:cNvCxnSpPr>
          <p:nvPr/>
        </p:nvCxnSpPr>
        <p:spPr>
          <a:xfrm flipH="1" flipV="1">
            <a:off x="8386155" y="5953073"/>
            <a:ext cx="4986" cy="747874"/>
          </a:xfrm>
          <a:prstGeom prst="straightConnector1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main_attention_to_add">
            <a:extLst>
              <a:ext uri="{FF2B5EF4-FFF2-40B4-BE49-F238E27FC236}">
                <a16:creationId xmlns:a16="http://schemas.microsoft.com/office/drawing/2014/main" id="{DDF7A29E-B722-0C6E-C62C-2DDE569F0285}"/>
              </a:ext>
            </a:extLst>
          </p:cNvPr>
          <p:cNvCxnSpPr>
            <a:cxnSpLocks/>
            <a:stCxn id="70" idx="0"/>
            <a:endCxn id="75" idx="4"/>
          </p:cNvCxnSpPr>
          <p:nvPr/>
        </p:nvCxnSpPr>
        <p:spPr>
          <a:xfrm flipV="1">
            <a:off x="8386155" y="5005767"/>
            <a:ext cx="0" cy="159546"/>
          </a:xfrm>
          <a:prstGeom prst="straightConnector1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main_add_to_ln1">
            <a:extLst>
              <a:ext uri="{FF2B5EF4-FFF2-40B4-BE49-F238E27FC236}">
                <a16:creationId xmlns:a16="http://schemas.microsoft.com/office/drawing/2014/main" id="{73FC0A75-5BC0-E988-CF69-A7CF9D88B3BD}"/>
              </a:ext>
            </a:extLst>
          </p:cNvPr>
          <p:cNvCxnSpPr>
            <a:cxnSpLocks/>
            <a:stCxn id="75" idx="0"/>
            <a:endCxn id="71" idx="2"/>
          </p:cNvCxnSpPr>
          <p:nvPr/>
        </p:nvCxnSpPr>
        <p:spPr>
          <a:xfrm flipV="1">
            <a:off x="8386155" y="4676702"/>
            <a:ext cx="0" cy="149575"/>
          </a:xfrm>
          <a:prstGeom prst="straightConnector1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main_ln1_to_ff">
            <a:extLst>
              <a:ext uri="{FF2B5EF4-FFF2-40B4-BE49-F238E27FC236}">
                <a16:creationId xmlns:a16="http://schemas.microsoft.com/office/drawing/2014/main" id="{D50F1BEE-0516-5D66-8261-90F709CAAB7D}"/>
              </a:ext>
            </a:extLst>
          </p:cNvPr>
          <p:cNvCxnSpPr>
            <a:cxnSpLocks/>
            <a:stCxn id="71" idx="0"/>
            <a:endCxn id="72" idx="2"/>
          </p:cNvCxnSpPr>
          <p:nvPr/>
        </p:nvCxnSpPr>
        <p:spPr>
          <a:xfrm flipV="1">
            <a:off x="8386155" y="3669566"/>
            <a:ext cx="0" cy="319092"/>
          </a:xfrm>
          <a:prstGeom prst="straightConnector1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main_ff_to_add">
            <a:extLst>
              <a:ext uri="{FF2B5EF4-FFF2-40B4-BE49-F238E27FC236}">
                <a16:creationId xmlns:a16="http://schemas.microsoft.com/office/drawing/2014/main" id="{AC339E09-87F5-CC62-F3B8-719A56B3344B}"/>
              </a:ext>
            </a:extLst>
          </p:cNvPr>
          <p:cNvCxnSpPr>
            <a:cxnSpLocks/>
            <a:stCxn id="72" idx="0"/>
            <a:endCxn id="76" idx="4"/>
          </p:cNvCxnSpPr>
          <p:nvPr/>
        </p:nvCxnSpPr>
        <p:spPr>
          <a:xfrm flipV="1">
            <a:off x="8386155" y="2881806"/>
            <a:ext cx="0" cy="159546"/>
          </a:xfrm>
          <a:prstGeom prst="straightConnector1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main_add_to_ln2">
            <a:extLst>
              <a:ext uri="{FF2B5EF4-FFF2-40B4-BE49-F238E27FC236}">
                <a16:creationId xmlns:a16="http://schemas.microsoft.com/office/drawing/2014/main" id="{A141D7FC-FB74-04F5-0170-00D1D3D8AD1A}"/>
              </a:ext>
            </a:extLst>
          </p:cNvPr>
          <p:cNvCxnSpPr>
            <a:cxnSpLocks/>
            <a:stCxn id="76" idx="0"/>
            <a:endCxn id="73" idx="2"/>
          </p:cNvCxnSpPr>
          <p:nvPr/>
        </p:nvCxnSpPr>
        <p:spPr>
          <a:xfrm flipV="1">
            <a:off x="8386155" y="2522827"/>
            <a:ext cx="0" cy="179489"/>
          </a:xfrm>
          <a:prstGeom prst="straightConnector1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main_ln2_to_projection">
            <a:extLst>
              <a:ext uri="{FF2B5EF4-FFF2-40B4-BE49-F238E27FC236}">
                <a16:creationId xmlns:a16="http://schemas.microsoft.com/office/drawing/2014/main" id="{F75640E2-25C8-6FC1-44FE-EFD6B9F49C6A}"/>
              </a:ext>
            </a:extLst>
          </p:cNvPr>
          <p:cNvCxnSpPr>
            <a:cxnSpLocks/>
            <a:stCxn id="73" idx="0"/>
            <a:endCxn id="74" idx="2"/>
          </p:cNvCxnSpPr>
          <p:nvPr/>
        </p:nvCxnSpPr>
        <p:spPr>
          <a:xfrm flipV="1">
            <a:off x="8386155" y="1266399"/>
            <a:ext cx="4986" cy="568384"/>
          </a:xfrm>
          <a:prstGeom prst="straightConnector1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main_output_arrow">
            <a:extLst>
              <a:ext uri="{FF2B5EF4-FFF2-40B4-BE49-F238E27FC236}">
                <a16:creationId xmlns:a16="http://schemas.microsoft.com/office/drawing/2014/main" id="{E0942A73-6518-FD0F-66AD-024C70575049}"/>
              </a:ext>
            </a:extLst>
          </p:cNvPr>
          <p:cNvCxnSpPr/>
          <p:nvPr/>
        </p:nvCxnSpPr>
        <p:spPr>
          <a:xfrm flipV="1">
            <a:off x="8386155" y="279206"/>
            <a:ext cx="0" cy="299149"/>
          </a:xfrm>
          <a:prstGeom prst="line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main_residual1">
            <a:extLst>
              <a:ext uri="{FF2B5EF4-FFF2-40B4-BE49-F238E27FC236}">
                <a16:creationId xmlns:a16="http://schemas.microsoft.com/office/drawing/2014/main" id="{EDD5151F-633C-8841-78B6-429825183473}"/>
              </a:ext>
            </a:extLst>
          </p:cNvPr>
          <p:cNvSpPr/>
          <p:nvPr/>
        </p:nvSpPr>
        <p:spPr>
          <a:xfrm>
            <a:off x="6910351" y="4916022"/>
            <a:ext cx="1475805" cy="1565549"/>
          </a:xfrm>
          <a:custGeom>
            <a:avLst/>
            <a:gdLst/>
            <a:ahLst/>
            <a:cxnLst/>
            <a:rect l="0" t="0" r="0" b="0"/>
            <a:pathLst>
              <a:path w="1475805" h="1565549">
                <a:moveTo>
                  <a:pt x="1475804" y="1565548"/>
                </a:moveTo>
                <a:lnTo>
                  <a:pt x="0" y="1565548"/>
                </a:lnTo>
                <a:lnTo>
                  <a:pt x="0" y="0"/>
                </a:lnTo>
                <a:lnTo>
                  <a:pt x="1386059" y="0"/>
                </a:lnTo>
              </a:path>
            </a:pathLst>
          </a:cu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main_residual2">
            <a:extLst>
              <a:ext uri="{FF2B5EF4-FFF2-40B4-BE49-F238E27FC236}">
                <a16:creationId xmlns:a16="http://schemas.microsoft.com/office/drawing/2014/main" id="{E3C75AAB-2841-1FE2-9DE6-A3FF76E6366E}"/>
              </a:ext>
            </a:extLst>
          </p:cNvPr>
          <p:cNvSpPr/>
          <p:nvPr/>
        </p:nvSpPr>
        <p:spPr>
          <a:xfrm>
            <a:off x="6910351" y="2792061"/>
            <a:ext cx="1475805" cy="1086911"/>
          </a:xfrm>
          <a:custGeom>
            <a:avLst/>
            <a:gdLst/>
            <a:ahLst/>
            <a:cxnLst/>
            <a:rect l="0" t="0" r="0" b="0"/>
            <a:pathLst>
              <a:path w="1475805" h="1086911">
                <a:moveTo>
                  <a:pt x="1475804" y="1086910"/>
                </a:moveTo>
                <a:lnTo>
                  <a:pt x="0" y="1086910"/>
                </a:lnTo>
                <a:lnTo>
                  <a:pt x="0" y="0"/>
                </a:lnTo>
                <a:lnTo>
                  <a:pt x="1386059" y="0"/>
                </a:lnTo>
              </a:path>
            </a:pathLst>
          </a:cu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0" name="main_qkv_split">
            <a:extLst>
              <a:ext uri="{FF2B5EF4-FFF2-40B4-BE49-F238E27FC236}">
                <a16:creationId xmlns:a16="http://schemas.microsoft.com/office/drawing/2014/main" id="{5C7123D7-1F0A-AD07-6585-AE55A0387F42}"/>
              </a:ext>
            </a:extLst>
          </p:cNvPr>
          <p:cNvCxnSpPr/>
          <p:nvPr/>
        </p:nvCxnSpPr>
        <p:spPr>
          <a:xfrm>
            <a:off x="7548537" y="6212336"/>
            <a:ext cx="1645321" cy="0"/>
          </a:xfrm>
          <a:prstGeom prst="line">
            <a:avLst/>
          </a:prstGeom>
          <a:ln w="39887">
            <a:solidFill>
              <a:srgbClr val="000000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main_q_branch">
            <a:extLst>
              <a:ext uri="{FF2B5EF4-FFF2-40B4-BE49-F238E27FC236}">
                <a16:creationId xmlns:a16="http://schemas.microsoft.com/office/drawing/2014/main" id="{88E0D2D1-4721-A809-FC87-DC491A7A57F6}"/>
              </a:ext>
            </a:extLst>
          </p:cNvPr>
          <p:cNvCxnSpPr/>
          <p:nvPr/>
        </p:nvCxnSpPr>
        <p:spPr>
          <a:xfrm flipV="1">
            <a:off x="7548537" y="5953073"/>
            <a:ext cx="0" cy="259263"/>
          </a:xfrm>
          <a:prstGeom prst="line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main_v_branch">
            <a:extLst>
              <a:ext uri="{FF2B5EF4-FFF2-40B4-BE49-F238E27FC236}">
                <a16:creationId xmlns:a16="http://schemas.microsoft.com/office/drawing/2014/main" id="{82F00AE1-5DF3-E7EB-F421-2E4D1D309854}"/>
              </a:ext>
            </a:extLst>
          </p:cNvPr>
          <p:cNvCxnSpPr/>
          <p:nvPr/>
        </p:nvCxnSpPr>
        <p:spPr>
          <a:xfrm flipV="1">
            <a:off x="9193858" y="5953073"/>
            <a:ext cx="0" cy="259263"/>
          </a:xfrm>
          <a:prstGeom prst="line">
            <a:avLst/>
          </a:prstGeom>
          <a:ln w="39887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ln_direct">
            <a:extLst>
              <a:ext uri="{FF2B5EF4-FFF2-40B4-BE49-F238E27FC236}">
                <a16:creationId xmlns:a16="http://schemas.microsoft.com/office/drawing/2014/main" id="{13D61FA9-8928-5FAA-72B2-7A9A16A4FBE9}"/>
              </a:ext>
            </a:extLst>
          </p:cNvPr>
          <p:cNvCxnSpPr/>
          <p:nvPr/>
        </p:nvCxnSpPr>
        <p:spPr>
          <a:xfrm>
            <a:off x="2183791" y="1695180"/>
            <a:ext cx="1914556" cy="0"/>
          </a:xfrm>
          <a:prstGeom prst="line">
            <a:avLst/>
          </a:pr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ln_statistics_in">
            <a:extLst>
              <a:ext uri="{FF2B5EF4-FFF2-40B4-BE49-F238E27FC236}">
                <a16:creationId xmlns:a16="http://schemas.microsoft.com/office/drawing/2014/main" id="{814666BB-3AE2-27F4-AF19-1B8C041AAEA5}"/>
              </a:ext>
            </a:extLst>
          </p:cNvPr>
          <p:cNvCxnSpPr/>
          <p:nvPr/>
        </p:nvCxnSpPr>
        <p:spPr>
          <a:xfrm>
            <a:off x="2253592" y="2133932"/>
            <a:ext cx="378923" cy="418809"/>
          </a:xfrm>
          <a:prstGeom prst="line">
            <a:avLst/>
          </a:pr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ln_statistics_out">
            <a:extLst>
              <a:ext uri="{FF2B5EF4-FFF2-40B4-BE49-F238E27FC236}">
                <a16:creationId xmlns:a16="http://schemas.microsoft.com/office/drawing/2014/main" id="{27948BCA-AC48-867C-3D82-868533B26CC6}"/>
              </a:ext>
            </a:extLst>
          </p:cNvPr>
          <p:cNvCxnSpPr/>
          <p:nvPr/>
        </p:nvCxnSpPr>
        <p:spPr>
          <a:xfrm flipV="1">
            <a:off x="3699481" y="2123961"/>
            <a:ext cx="458696" cy="428780"/>
          </a:xfrm>
          <a:prstGeom prst="line">
            <a:avLst/>
          </a:pr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ff_dense_0_0_0_0">
            <a:extLst>
              <a:ext uri="{FF2B5EF4-FFF2-40B4-BE49-F238E27FC236}">
                <a16:creationId xmlns:a16="http://schemas.microsoft.com/office/drawing/2014/main" id="{6F9B1CBC-C1A1-9E75-09CC-AFD72A40BBEA}"/>
              </a:ext>
            </a:extLst>
          </p:cNvPr>
          <p:cNvCxnSpPr/>
          <p:nvPr/>
        </p:nvCxnSpPr>
        <p:spPr>
          <a:xfrm>
            <a:off x="11776515" y="1455860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ff_dense_0_0_0_1">
            <a:extLst>
              <a:ext uri="{FF2B5EF4-FFF2-40B4-BE49-F238E27FC236}">
                <a16:creationId xmlns:a16="http://schemas.microsoft.com/office/drawing/2014/main" id="{CF2A158A-61BC-4F50-5CC3-B3EE50E47013}"/>
              </a:ext>
            </a:extLst>
          </p:cNvPr>
          <p:cNvCxnSpPr/>
          <p:nvPr/>
        </p:nvCxnSpPr>
        <p:spPr>
          <a:xfrm flipV="1">
            <a:off x="11776515" y="1336201"/>
            <a:ext cx="1386058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ff_dense_0_0_0_2">
            <a:extLst>
              <a:ext uri="{FF2B5EF4-FFF2-40B4-BE49-F238E27FC236}">
                <a16:creationId xmlns:a16="http://schemas.microsoft.com/office/drawing/2014/main" id="{35180096-048B-9C54-1A00-B4A683DA62FA}"/>
              </a:ext>
            </a:extLst>
          </p:cNvPr>
          <p:cNvCxnSpPr/>
          <p:nvPr/>
        </p:nvCxnSpPr>
        <p:spPr>
          <a:xfrm flipV="1">
            <a:off x="11776515" y="1216541"/>
            <a:ext cx="1505718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ff_dense_0_0_0_3">
            <a:extLst>
              <a:ext uri="{FF2B5EF4-FFF2-40B4-BE49-F238E27FC236}">
                <a16:creationId xmlns:a16="http://schemas.microsoft.com/office/drawing/2014/main" id="{C8F505CE-363E-B83F-A050-DA73F59C3F03}"/>
              </a:ext>
            </a:extLst>
          </p:cNvPr>
          <p:cNvCxnSpPr/>
          <p:nvPr/>
        </p:nvCxnSpPr>
        <p:spPr>
          <a:xfrm flipV="1">
            <a:off x="11776515" y="1096881"/>
            <a:ext cx="162537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ff_dense_0_0_0_4">
            <a:extLst>
              <a:ext uri="{FF2B5EF4-FFF2-40B4-BE49-F238E27FC236}">
                <a16:creationId xmlns:a16="http://schemas.microsoft.com/office/drawing/2014/main" id="{8DB9FC68-C2E0-2A71-3C19-2863883238E0}"/>
              </a:ext>
            </a:extLst>
          </p:cNvPr>
          <p:cNvCxnSpPr/>
          <p:nvPr/>
        </p:nvCxnSpPr>
        <p:spPr>
          <a:xfrm flipV="1">
            <a:off x="11776515" y="977221"/>
            <a:ext cx="1745038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ff_dense_0_0_1_0">
            <a:extLst>
              <a:ext uri="{FF2B5EF4-FFF2-40B4-BE49-F238E27FC236}">
                <a16:creationId xmlns:a16="http://schemas.microsoft.com/office/drawing/2014/main" id="{5C7A57D6-586E-ED11-8C58-3F83DC7B3E2A}"/>
              </a:ext>
            </a:extLst>
          </p:cNvPr>
          <p:cNvCxnSpPr/>
          <p:nvPr/>
        </p:nvCxnSpPr>
        <p:spPr>
          <a:xfrm>
            <a:off x="11896175" y="1336201"/>
            <a:ext cx="1146739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ff_dense_0_0_1_1">
            <a:extLst>
              <a:ext uri="{FF2B5EF4-FFF2-40B4-BE49-F238E27FC236}">
                <a16:creationId xmlns:a16="http://schemas.microsoft.com/office/drawing/2014/main" id="{B127F987-9BA3-9004-00C0-1FCAFD80217B}"/>
              </a:ext>
            </a:extLst>
          </p:cNvPr>
          <p:cNvCxnSpPr/>
          <p:nvPr/>
        </p:nvCxnSpPr>
        <p:spPr>
          <a:xfrm>
            <a:off x="11896175" y="1336201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ff_dense_0_0_1_2">
            <a:extLst>
              <a:ext uri="{FF2B5EF4-FFF2-40B4-BE49-F238E27FC236}">
                <a16:creationId xmlns:a16="http://schemas.microsoft.com/office/drawing/2014/main" id="{26AF9267-1C5E-95F3-AE59-2B1B64005397}"/>
              </a:ext>
            </a:extLst>
          </p:cNvPr>
          <p:cNvCxnSpPr/>
          <p:nvPr/>
        </p:nvCxnSpPr>
        <p:spPr>
          <a:xfrm flipV="1">
            <a:off x="11896175" y="1216541"/>
            <a:ext cx="1386058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ff_dense_0_0_1_3">
            <a:extLst>
              <a:ext uri="{FF2B5EF4-FFF2-40B4-BE49-F238E27FC236}">
                <a16:creationId xmlns:a16="http://schemas.microsoft.com/office/drawing/2014/main" id="{9D9858F6-0E0C-9A62-9DAB-0A491054298E}"/>
              </a:ext>
            </a:extLst>
          </p:cNvPr>
          <p:cNvCxnSpPr/>
          <p:nvPr/>
        </p:nvCxnSpPr>
        <p:spPr>
          <a:xfrm flipV="1">
            <a:off x="11896175" y="1096881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ff_dense_0_0_1_4">
            <a:extLst>
              <a:ext uri="{FF2B5EF4-FFF2-40B4-BE49-F238E27FC236}">
                <a16:creationId xmlns:a16="http://schemas.microsoft.com/office/drawing/2014/main" id="{B243A9DE-53EE-8DF3-54F4-9D810B8D0F4A}"/>
              </a:ext>
            </a:extLst>
          </p:cNvPr>
          <p:cNvCxnSpPr/>
          <p:nvPr/>
        </p:nvCxnSpPr>
        <p:spPr>
          <a:xfrm flipV="1">
            <a:off x="11896175" y="977221"/>
            <a:ext cx="1625378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ff_dense_0_0_2_0">
            <a:extLst>
              <a:ext uri="{FF2B5EF4-FFF2-40B4-BE49-F238E27FC236}">
                <a16:creationId xmlns:a16="http://schemas.microsoft.com/office/drawing/2014/main" id="{BCCD09C1-803A-7ED8-F286-BE5F014908C9}"/>
              </a:ext>
            </a:extLst>
          </p:cNvPr>
          <p:cNvCxnSpPr/>
          <p:nvPr/>
        </p:nvCxnSpPr>
        <p:spPr>
          <a:xfrm>
            <a:off x="12015834" y="1216541"/>
            <a:ext cx="1027080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ff_dense_0_0_2_1">
            <a:extLst>
              <a:ext uri="{FF2B5EF4-FFF2-40B4-BE49-F238E27FC236}">
                <a16:creationId xmlns:a16="http://schemas.microsoft.com/office/drawing/2014/main" id="{E6FD60C2-7703-D957-5DF4-CFB2CD5AFD79}"/>
              </a:ext>
            </a:extLst>
          </p:cNvPr>
          <p:cNvCxnSpPr/>
          <p:nvPr/>
        </p:nvCxnSpPr>
        <p:spPr>
          <a:xfrm>
            <a:off x="12015834" y="1216541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ff_dense_0_0_2_2">
            <a:extLst>
              <a:ext uri="{FF2B5EF4-FFF2-40B4-BE49-F238E27FC236}">
                <a16:creationId xmlns:a16="http://schemas.microsoft.com/office/drawing/2014/main" id="{30818720-C951-D615-ABFB-F7E83842224D}"/>
              </a:ext>
            </a:extLst>
          </p:cNvPr>
          <p:cNvCxnSpPr/>
          <p:nvPr/>
        </p:nvCxnSpPr>
        <p:spPr>
          <a:xfrm>
            <a:off x="12015834" y="1216541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ff_dense_0_0_2_3">
            <a:extLst>
              <a:ext uri="{FF2B5EF4-FFF2-40B4-BE49-F238E27FC236}">
                <a16:creationId xmlns:a16="http://schemas.microsoft.com/office/drawing/2014/main" id="{00E68F0D-C880-8B67-AAC6-FD725BF0F0B2}"/>
              </a:ext>
            </a:extLst>
          </p:cNvPr>
          <p:cNvCxnSpPr/>
          <p:nvPr/>
        </p:nvCxnSpPr>
        <p:spPr>
          <a:xfrm flipV="1">
            <a:off x="12015834" y="1096881"/>
            <a:ext cx="138606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ff_dense_0_0_2_4">
            <a:extLst>
              <a:ext uri="{FF2B5EF4-FFF2-40B4-BE49-F238E27FC236}">
                <a16:creationId xmlns:a16="http://schemas.microsoft.com/office/drawing/2014/main" id="{E847813C-36FC-BA83-8577-F8A66180CCE2}"/>
              </a:ext>
            </a:extLst>
          </p:cNvPr>
          <p:cNvCxnSpPr/>
          <p:nvPr/>
        </p:nvCxnSpPr>
        <p:spPr>
          <a:xfrm flipV="1">
            <a:off x="12015834" y="977221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ff_dense_0_0_3_0">
            <a:extLst>
              <a:ext uri="{FF2B5EF4-FFF2-40B4-BE49-F238E27FC236}">
                <a16:creationId xmlns:a16="http://schemas.microsoft.com/office/drawing/2014/main" id="{6F3AEBEB-F23D-9B70-E04E-CB90BC6B2CB6}"/>
              </a:ext>
            </a:extLst>
          </p:cNvPr>
          <p:cNvCxnSpPr/>
          <p:nvPr/>
        </p:nvCxnSpPr>
        <p:spPr>
          <a:xfrm>
            <a:off x="12135494" y="1096881"/>
            <a:ext cx="907420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ff_dense_0_0_3_1">
            <a:extLst>
              <a:ext uri="{FF2B5EF4-FFF2-40B4-BE49-F238E27FC236}">
                <a16:creationId xmlns:a16="http://schemas.microsoft.com/office/drawing/2014/main" id="{F9F0AACC-4027-2BED-3C61-18BF3FD2CA76}"/>
              </a:ext>
            </a:extLst>
          </p:cNvPr>
          <p:cNvCxnSpPr/>
          <p:nvPr/>
        </p:nvCxnSpPr>
        <p:spPr>
          <a:xfrm>
            <a:off x="12135494" y="1096881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ff_dense_0_0_3_2">
            <a:extLst>
              <a:ext uri="{FF2B5EF4-FFF2-40B4-BE49-F238E27FC236}">
                <a16:creationId xmlns:a16="http://schemas.microsoft.com/office/drawing/2014/main" id="{5BECE307-26F4-C9C9-C0F1-A3964BA5724B}"/>
              </a:ext>
            </a:extLst>
          </p:cNvPr>
          <p:cNvCxnSpPr/>
          <p:nvPr/>
        </p:nvCxnSpPr>
        <p:spPr>
          <a:xfrm>
            <a:off x="12135494" y="1096881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ff_dense_0_0_3_3">
            <a:extLst>
              <a:ext uri="{FF2B5EF4-FFF2-40B4-BE49-F238E27FC236}">
                <a16:creationId xmlns:a16="http://schemas.microsoft.com/office/drawing/2014/main" id="{4D652212-B031-855C-3FAE-6E712542733D}"/>
              </a:ext>
            </a:extLst>
          </p:cNvPr>
          <p:cNvCxnSpPr/>
          <p:nvPr/>
        </p:nvCxnSpPr>
        <p:spPr>
          <a:xfrm>
            <a:off x="12135494" y="1096881"/>
            <a:ext cx="1266400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ff_dense_0_0_3_4">
            <a:extLst>
              <a:ext uri="{FF2B5EF4-FFF2-40B4-BE49-F238E27FC236}">
                <a16:creationId xmlns:a16="http://schemas.microsoft.com/office/drawing/2014/main" id="{EFC8EBE3-454A-8203-8D73-2E50897029E8}"/>
              </a:ext>
            </a:extLst>
          </p:cNvPr>
          <p:cNvCxnSpPr/>
          <p:nvPr/>
        </p:nvCxnSpPr>
        <p:spPr>
          <a:xfrm flipV="1">
            <a:off x="12135494" y="977221"/>
            <a:ext cx="138605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ff_dense_0_0_4_0">
            <a:extLst>
              <a:ext uri="{FF2B5EF4-FFF2-40B4-BE49-F238E27FC236}">
                <a16:creationId xmlns:a16="http://schemas.microsoft.com/office/drawing/2014/main" id="{1C80A93A-97A6-3ECF-B959-D7CAFDBA0047}"/>
              </a:ext>
            </a:extLst>
          </p:cNvPr>
          <p:cNvCxnSpPr/>
          <p:nvPr/>
        </p:nvCxnSpPr>
        <p:spPr>
          <a:xfrm>
            <a:off x="12255154" y="977221"/>
            <a:ext cx="787760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ff_dense_0_0_4_1">
            <a:extLst>
              <a:ext uri="{FF2B5EF4-FFF2-40B4-BE49-F238E27FC236}">
                <a16:creationId xmlns:a16="http://schemas.microsoft.com/office/drawing/2014/main" id="{7100DC18-5715-9E85-83F1-8D0DFC365EE4}"/>
              </a:ext>
            </a:extLst>
          </p:cNvPr>
          <p:cNvCxnSpPr/>
          <p:nvPr/>
        </p:nvCxnSpPr>
        <p:spPr>
          <a:xfrm>
            <a:off x="12255154" y="977221"/>
            <a:ext cx="907419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ff_dense_0_0_4_2">
            <a:extLst>
              <a:ext uri="{FF2B5EF4-FFF2-40B4-BE49-F238E27FC236}">
                <a16:creationId xmlns:a16="http://schemas.microsoft.com/office/drawing/2014/main" id="{A4C8D328-9D1D-EAC9-EEA3-1BDEF26D8589}"/>
              </a:ext>
            </a:extLst>
          </p:cNvPr>
          <p:cNvCxnSpPr/>
          <p:nvPr/>
        </p:nvCxnSpPr>
        <p:spPr>
          <a:xfrm>
            <a:off x="12255154" y="977221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ff_dense_0_0_4_3">
            <a:extLst>
              <a:ext uri="{FF2B5EF4-FFF2-40B4-BE49-F238E27FC236}">
                <a16:creationId xmlns:a16="http://schemas.microsoft.com/office/drawing/2014/main" id="{7A74B3BB-1EF5-4528-5F41-273B3E0FD6C0}"/>
              </a:ext>
            </a:extLst>
          </p:cNvPr>
          <p:cNvCxnSpPr/>
          <p:nvPr/>
        </p:nvCxnSpPr>
        <p:spPr>
          <a:xfrm>
            <a:off x="12255154" y="977221"/>
            <a:ext cx="114674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ff_dense_0_0_4_4">
            <a:extLst>
              <a:ext uri="{FF2B5EF4-FFF2-40B4-BE49-F238E27FC236}">
                <a16:creationId xmlns:a16="http://schemas.microsoft.com/office/drawing/2014/main" id="{7253DEB3-11A5-9DB9-B78D-3F2F756B2BF5}"/>
              </a:ext>
            </a:extLst>
          </p:cNvPr>
          <p:cNvCxnSpPr/>
          <p:nvPr/>
        </p:nvCxnSpPr>
        <p:spPr>
          <a:xfrm>
            <a:off x="12255154" y="977221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ff_dense_0_1_0_0">
            <a:extLst>
              <a:ext uri="{FF2B5EF4-FFF2-40B4-BE49-F238E27FC236}">
                <a16:creationId xmlns:a16="http://schemas.microsoft.com/office/drawing/2014/main" id="{32E1FA13-BC72-BB3B-A3CD-DC399258CE24}"/>
              </a:ext>
            </a:extLst>
          </p:cNvPr>
          <p:cNvCxnSpPr/>
          <p:nvPr/>
        </p:nvCxnSpPr>
        <p:spPr>
          <a:xfrm>
            <a:off x="15406195" y="1455860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ff_dense_0_1_0_1">
            <a:extLst>
              <a:ext uri="{FF2B5EF4-FFF2-40B4-BE49-F238E27FC236}">
                <a16:creationId xmlns:a16="http://schemas.microsoft.com/office/drawing/2014/main" id="{E1799DF4-C43D-9C75-6925-F76BDBD3554A}"/>
              </a:ext>
            </a:extLst>
          </p:cNvPr>
          <p:cNvCxnSpPr/>
          <p:nvPr/>
        </p:nvCxnSpPr>
        <p:spPr>
          <a:xfrm flipV="1">
            <a:off x="15406195" y="1336201"/>
            <a:ext cx="1386058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ff_dense_0_1_0_2">
            <a:extLst>
              <a:ext uri="{FF2B5EF4-FFF2-40B4-BE49-F238E27FC236}">
                <a16:creationId xmlns:a16="http://schemas.microsoft.com/office/drawing/2014/main" id="{2C39D446-E817-A738-1BB8-EFA0781A8E2A}"/>
              </a:ext>
            </a:extLst>
          </p:cNvPr>
          <p:cNvCxnSpPr/>
          <p:nvPr/>
        </p:nvCxnSpPr>
        <p:spPr>
          <a:xfrm flipV="1">
            <a:off x="15406195" y="1216541"/>
            <a:ext cx="1505718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ff_dense_0_1_0_3">
            <a:extLst>
              <a:ext uri="{FF2B5EF4-FFF2-40B4-BE49-F238E27FC236}">
                <a16:creationId xmlns:a16="http://schemas.microsoft.com/office/drawing/2014/main" id="{7EDFBCBE-259F-A5C7-6B53-4A908683872D}"/>
              </a:ext>
            </a:extLst>
          </p:cNvPr>
          <p:cNvCxnSpPr/>
          <p:nvPr/>
        </p:nvCxnSpPr>
        <p:spPr>
          <a:xfrm flipV="1">
            <a:off x="15406195" y="1096881"/>
            <a:ext cx="1625378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ff_dense_0_1_0_4">
            <a:extLst>
              <a:ext uri="{FF2B5EF4-FFF2-40B4-BE49-F238E27FC236}">
                <a16:creationId xmlns:a16="http://schemas.microsoft.com/office/drawing/2014/main" id="{0F89FED5-D5C8-8914-15B6-54FE47AFDABE}"/>
              </a:ext>
            </a:extLst>
          </p:cNvPr>
          <p:cNvCxnSpPr/>
          <p:nvPr/>
        </p:nvCxnSpPr>
        <p:spPr>
          <a:xfrm flipV="1">
            <a:off x="15406195" y="977221"/>
            <a:ext cx="1745037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ff_dense_0_1_1_0">
            <a:extLst>
              <a:ext uri="{FF2B5EF4-FFF2-40B4-BE49-F238E27FC236}">
                <a16:creationId xmlns:a16="http://schemas.microsoft.com/office/drawing/2014/main" id="{D67EB406-78BC-082A-8ACB-A25FA74E0006}"/>
              </a:ext>
            </a:extLst>
          </p:cNvPr>
          <p:cNvCxnSpPr/>
          <p:nvPr/>
        </p:nvCxnSpPr>
        <p:spPr>
          <a:xfrm>
            <a:off x="15525854" y="1336201"/>
            <a:ext cx="1146739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ff_dense_0_1_1_1">
            <a:extLst>
              <a:ext uri="{FF2B5EF4-FFF2-40B4-BE49-F238E27FC236}">
                <a16:creationId xmlns:a16="http://schemas.microsoft.com/office/drawing/2014/main" id="{0DE69EEA-265C-A5FE-933A-A69FBBD6C5C3}"/>
              </a:ext>
            </a:extLst>
          </p:cNvPr>
          <p:cNvCxnSpPr/>
          <p:nvPr/>
        </p:nvCxnSpPr>
        <p:spPr>
          <a:xfrm>
            <a:off x="15525854" y="1336201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ff_dense_0_1_1_2">
            <a:extLst>
              <a:ext uri="{FF2B5EF4-FFF2-40B4-BE49-F238E27FC236}">
                <a16:creationId xmlns:a16="http://schemas.microsoft.com/office/drawing/2014/main" id="{79CDF4CC-F57E-A74F-BEEC-A6CF0DAFBAD3}"/>
              </a:ext>
            </a:extLst>
          </p:cNvPr>
          <p:cNvCxnSpPr/>
          <p:nvPr/>
        </p:nvCxnSpPr>
        <p:spPr>
          <a:xfrm flipV="1">
            <a:off x="15525854" y="1216541"/>
            <a:ext cx="138605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ff_dense_0_1_1_3">
            <a:extLst>
              <a:ext uri="{FF2B5EF4-FFF2-40B4-BE49-F238E27FC236}">
                <a16:creationId xmlns:a16="http://schemas.microsoft.com/office/drawing/2014/main" id="{E921C14A-F5EE-6888-7AC8-C11CD5C4CF0F}"/>
              </a:ext>
            </a:extLst>
          </p:cNvPr>
          <p:cNvCxnSpPr/>
          <p:nvPr/>
        </p:nvCxnSpPr>
        <p:spPr>
          <a:xfrm flipV="1">
            <a:off x="15525854" y="1096881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ff_dense_0_1_1_4">
            <a:extLst>
              <a:ext uri="{FF2B5EF4-FFF2-40B4-BE49-F238E27FC236}">
                <a16:creationId xmlns:a16="http://schemas.microsoft.com/office/drawing/2014/main" id="{DC285635-BB1B-7A5B-34E4-36B222775990}"/>
              </a:ext>
            </a:extLst>
          </p:cNvPr>
          <p:cNvCxnSpPr/>
          <p:nvPr/>
        </p:nvCxnSpPr>
        <p:spPr>
          <a:xfrm flipV="1">
            <a:off x="15525854" y="977221"/>
            <a:ext cx="1625378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ff_dense_0_1_2_0">
            <a:extLst>
              <a:ext uri="{FF2B5EF4-FFF2-40B4-BE49-F238E27FC236}">
                <a16:creationId xmlns:a16="http://schemas.microsoft.com/office/drawing/2014/main" id="{DB2B2254-128E-1483-8F03-992D827E0B58}"/>
              </a:ext>
            </a:extLst>
          </p:cNvPr>
          <p:cNvCxnSpPr/>
          <p:nvPr/>
        </p:nvCxnSpPr>
        <p:spPr>
          <a:xfrm>
            <a:off x="15645513" y="1216541"/>
            <a:ext cx="1027080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ff_dense_0_1_2_1">
            <a:extLst>
              <a:ext uri="{FF2B5EF4-FFF2-40B4-BE49-F238E27FC236}">
                <a16:creationId xmlns:a16="http://schemas.microsoft.com/office/drawing/2014/main" id="{12E5051D-557D-FB9B-0C83-DFC143A0E77D}"/>
              </a:ext>
            </a:extLst>
          </p:cNvPr>
          <p:cNvCxnSpPr/>
          <p:nvPr/>
        </p:nvCxnSpPr>
        <p:spPr>
          <a:xfrm>
            <a:off x="15645513" y="1216541"/>
            <a:ext cx="114674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ff_dense_0_1_2_2">
            <a:extLst>
              <a:ext uri="{FF2B5EF4-FFF2-40B4-BE49-F238E27FC236}">
                <a16:creationId xmlns:a16="http://schemas.microsoft.com/office/drawing/2014/main" id="{F2A5949B-CF41-738F-CE04-7B7CA449D169}"/>
              </a:ext>
            </a:extLst>
          </p:cNvPr>
          <p:cNvCxnSpPr/>
          <p:nvPr/>
        </p:nvCxnSpPr>
        <p:spPr>
          <a:xfrm>
            <a:off x="15645513" y="1216541"/>
            <a:ext cx="1266400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ff_dense_0_1_2_3">
            <a:extLst>
              <a:ext uri="{FF2B5EF4-FFF2-40B4-BE49-F238E27FC236}">
                <a16:creationId xmlns:a16="http://schemas.microsoft.com/office/drawing/2014/main" id="{9CCBC26A-94F5-D2E3-F8A2-00B5B37B163B}"/>
              </a:ext>
            </a:extLst>
          </p:cNvPr>
          <p:cNvCxnSpPr/>
          <p:nvPr/>
        </p:nvCxnSpPr>
        <p:spPr>
          <a:xfrm flipV="1">
            <a:off x="15645513" y="1096881"/>
            <a:ext cx="138606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ff_dense_0_1_2_4">
            <a:extLst>
              <a:ext uri="{FF2B5EF4-FFF2-40B4-BE49-F238E27FC236}">
                <a16:creationId xmlns:a16="http://schemas.microsoft.com/office/drawing/2014/main" id="{BEF5D5FB-703A-D40B-D184-07A726553AB6}"/>
              </a:ext>
            </a:extLst>
          </p:cNvPr>
          <p:cNvCxnSpPr/>
          <p:nvPr/>
        </p:nvCxnSpPr>
        <p:spPr>
          <a:xfrm flipV="1">
            <a:off x="15645513" y="977221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ff_dense_0_1_3_0">
            <a:extLst>
              <a:ext uri="{FF2B5EF4-FFF2-40B4-BE49-F238E27FC236}">
                <a16:creationId xmlns:a16="http://schemas.microsoft.com/office/drawing/2014/main" id="{20726F42-8046-2A2B-C102-1349EC7A262D}"/>
              </a:ext>
            </a:extLst>
          </p:cNvPr>
          <p:cNvCxnSpPr/>
          <p:nvPr/>
        </p:nvCxnSpPr>
        <p:spPr>
          <a:xfrm>
            <a:off x="15765174" y="1096881"/>
            <a:ext cx="90741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ff_dense_0_1_3_1">
            <a:extLst>
              <a:ext uri="{FF2B5EF4-FFF2-40B4-BE49-F238E27FC236}">
                <a16:creationId xmlns:a16="http://schemas.microsoft.com/office/drawing/2014/main" id="{1FC0A800-E9E9-0D08-0023-EC750557FB50}"/>
              </a:ext>
            </a:extLst>
          </p:cNvPr>
          <p:cNvCxnSpPr/>
          <p:nvPr/>
        </p:nvCxnSpPr>
        <p:spPr>
          <a:xfrm>
            <a:off x="15765174" y="1096881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ff_dense_0_1_3_2">
            <a:extLst>
              <a:ext uri="{FF2B5EF4-FFF2-40B4-BE49-F238E27FC236}">
                <a16:creationId xmlns:a16="http://schemas.microsoft.com/office/drawing/2014/main" id="{FF6300E8-47B2-EFE2-6E94-05DD9B02D3F3}"/>
              </a:ext>
            </a:extLst>
          </p:cNvPr>
          <p:cNvCxnSpPr/>
          <p:nvPr/>
        </p:nvCxnSpPr>
        <p:spPr>
          <a:xfrm>
            <a:off x="15765174" y="1096881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ff_dense_0_1_3_3">
            <a:extLst>
              <a:ext uri="{FF2B5EF4-FFF2-40B4-BE49-F238E27FC236}">
                <a16:creationId xmlns:a16="http://schemas.microsoft.com/office/drawing/2014/main" id="{6D014F78-6DCC-8C5F-3A99-F92C183CAE7C}"/>
              </a:ext>
            </a:extLst>
          </p:cNvPr>
          <p:cNvCxnSpPr/>
          <p:nvPr/>
        </p:nvCxnSpPr>
        <p:spPr>
          <a:xfrm>
            <a:off x="15765174" y="1096881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ff_dense_0_1_3_4">
            <a:extLst>
              <a:ext uri="{FF2B5EF4-FFF2-40B4-BE49-F238E27FC236}">
                <a16:creationId xmlns:a16="http://schemas.microsoft.com/office/drawing/2014/main" id="{57E7DE91-81C1-AC2F-80FD-C0228FA1FF22}"/>
              </a:ext>
            </a:extLst>
          </p:cNvPr>
          <p:cNvCxnSpPr/>
          <p:nvPr/>
        </p:nvCxnSpPr>
        <p:spPr>
          <a:xfrm flipV="1">
            <a:off x="15765174" y="977221"/>
            <a:ext cx="1386058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ff_dense_0_1_4_0">
            <a:extLst>
              <a:ext uri="{FF2B5EF4-FFF2-40B4-BE49-F238E27FC236}">
                <a16:creationId xmlns:a16="http://schemas.microsoft.com/office/drawing/2014/main" id="{B7729A1D-4C8A-D6EA-B561-490C8ACBD8CA}"/>
              </a:ext>
            </a:extLst>
          </p:cNvPr>
          <p:cNvCxnSpPr/>
          <p:nvPr/>
        </p:nvCxnSpPr>
        <p:spPr>
          <a:xfrm>
            <a:off x="15884834" y="977221"/>
            <a:ext cx="787759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ff_dense_0_1_4_1">
            <a:extLst>
              <a:ext uri="{FF2B5EF4-FFF2-40B4-BE49-F238E27FC236}">
                <a16:creationId xmlns:a16="http://schemas.microsoft.com/office/drawing/2014/main" id="{EB7EA7C9-3097-00AA-4277-6F5E37309656}"/>
              </a:ext>
            </a:extLst>
          </p:cNvPr>
          <p:cNvCxnSpPr/>
          <p:nvPr/>
        </p:nvCxnSpPr>
        <p:spPr>
          <a:xfrm>
            <a:off x="15884834" y="977221"/>
            <a:ext cx="907419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ff_dense_0_1_4_2">
            <a:extLst>
              <a:ext uri="{FF2B5EF4-FFF2-40B4-BE49-F238E27FC236}">
                <a16:creationId xmlns:a16="http://schemas.microsoft.com/office/drawing/2014/main" id="{486B1936-813A-5303-AD6B-1EC53D4CD6CC}"/>
              </a:ext>
            </a:extLst>
          </p:cNvPr>
          <p:cNvCxnSpPr/>
          <p:nvPr/>
        </p:nvCxnSpPr>
        <p:spPr>
          <a:xfrm>
            <a:off x="15884834" y="977221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ff_dense_0_1_4_3">
            <a:extLst>
              <a:ext uri="{FF2B5EF4-FFF2-40B4-BE49-F238E27FC236}">
                <a16:creationId xmlns:a16="http://schemas.microsoft.com/office/drawing/2014/main" id="{773B91EC-A747-B2B3-701C-6BBC98FAF11F}"/>
              </a:ext>
            </a:extLst>
          </p:cNvPr>
          <p:cNvCxnSpPr/>
          <p:nvPr/>
        </p:nvCxnSpPr>
        <p:spPr>
          <a:xfrm>
            <a:off x="15884834" y="977221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ff_dense_0_1_4_4">
            <a:extLst>
              <a:ext uri="{FF2B5EF4-FFF2-40B4-BE49-F238E27FC236}">
                <a16:creationId xmlns:a16="http://schemas.microsoft.com/office/drawing/2014/main" id="{A6217368-8FB1-A75B-6F97-4B6A7A889339}"/>
              </a:ext>
            </a:extLst>
          </p:cNvPr>
          <p:cNvCxnSpPr/>
          <p:nvPr/>
        </p:nvCxnSpPr>
        <p:spPr>
          <a:xfrm>
            <a:off x="15884834" y="977221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ff_activation_flow_0">
            <a:extLst>
              <a:ext uri="{FF2B5EF4-FFF2-40B4-BE49-F238E27FC236}">
                <a16:creationId xmlns:a16="http://schemas.microsoft.com/office/drawing/2014/main" id="{A07B8D95-B96D-180D-27ED-2931E933F8C7}"/>
              </a:ext>
            </a:extLst>
          </p:cNvPr>
          <p:cNvCxnSpPr/>
          <p:nvPr/>
        </p:nvCxnSpPr>
        <p:spPr>
          <a:xfrm>
            <a:off x="13830674" y="1196598"/>
            <a:ext cx="1266398" cy="0"/>
          </a:xfrm>
          <a:prstGeom prst="line">
            <a:avLst/>
          </a:prstGeom>
          <a:ln w="29915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ff_dense_1_0_0_0">
            <a:extLst>
              <a:ext uri="{FF2B5EF4-FFF2-40B4-BE49-F238E27FC236}">
                <a16:creationId xmlns:a16="http://schemas.microsoft.com/office/drawing/2014/main" id="{DCA5E9F2-0243-0338-B8FE-F7FD3D852D43}"/>
              </a:ext>
            </a:extLst>
          </p:cNvPr>
          <p:cNvCxnSpPr/>
          <p:nvPr/>
        </p:nvCxnSpPr>
        <p:spPr>
          <a:xfrm>
            <a:off x="11776515" y="2472968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ff_dense_1_0_0_1">
            <a:extLst>
              <a:ext uri="{FF2B5EF4-FFF2-40B4-BE49-F238E27FC236}">
                <a16:creationId xmlns:a16="http://schemas.microsoft.com/office/drawing/2014/main" id="{B79C6A3E-FD8C-2820-BEED-6590E5DBF779}"/>
              </a:ext>
            </a:extLst>
          </p:cNvPr>
          <p:cNvCxnSpPr/>
          <p:nvPr/>
        </p:nvCxnSpPr>
        <p:spPr>
          <a:xfrm flipV="1">
            <a:off x="11776515" y="2353309"/>
            <a:ext cx="1386058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ff_dense_1_0_0_2">
            <a:extLst>
              <a:ext uri="{FF2B5EF4-FFF2-40B4-BE49-F238E27FC236}">
                <a16:creationId xmlns:a16="http://schemas.microsoft.com/office/drawing/2014/main" id="{7BE58A20-6FA3-0F40-A081-D7AEDFDE27E1}"/>
              </a:ext>
            </a:extLst>
          </p:cNvPr>
          <p:cNvCxnSpPr/>
          <p:nvPr/>
        </p:nvCxnSpPr>
        <p:spPr>
          <a:xfrm flipV="1">
            <a:off x="11776515" y="2233649"/>
            <a:ext cx="1505718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ff_dense_1_0_0_3">
            <a:extLst>
              <a:ext uri="{FF2B5EF4-FFF2-40B4-BE49-F238E27FC236}">
                <a16:creationId xmlns:a16="http://schemas.microsoft.com/office/drawing/2014/main" id="{9C274B1E-34E5-876C-9FF8-9DBB560B27E4}"/>
              </a:ext>
            </a:extLst>
          </p:cNvPr>
          <p:cNvCxnSpPr/>
          <p:nvPr/>
        </p:nvCxnSpPr>
        <p:spPr>
          <a:xfrm flipV="1">
            <a:off x="11776515" y="2113989"/>
            <a:ext cx="162537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ff_dense_1_0_0_4">
            <a:extLst>
              <a:ext uri="{FF2B5EF4-FFF2-40B4-BE49-F238E27FC236}">
                <a16:creationId xmlns:a16="http://schemas.microsoft.com/office/drawing/2014/main" id="{5FF29552-738A-D0A3-AA16-C1D0043F3B75}"/>
              </a:ext>
            </a:extLst>
          </p:cNvPr>
          <p:cNvCxnSpPr/>
          <p:nvPr/>
        </p:nvCxnSpPr>
        <p:spPr>
          <a:xfrm flipV="1">
            <a:off x="11776515" y="1994329"/>
            <a:ext cx="1745038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ff_dense_1_0_1_0">
            <a:extLst>
              <a:ext uri="{FF2B5EF4-FFF2-40B4-BE49-F238E27FC236}">
                <a16:creationId xmlns:a16="http://schemas.microsoft.com/office/drawing/2014/main" id="{537F3214-3450-45AA-3EFC-916DF96D7E0A}"/>
              </a:ext>
            </a:extLst>
          </p:cNvPr>
          <p:cNvCxnSpPr/>
          <p:nvPr/>
        </p:nvCxnSpPr>
        <p:spPr>
          <a:xfrm>
            <a:off x="11896175" y="2353309"/>
            <a:ext cx="1146739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ff_dense_1_0_1_1">
            <a:extLst>
              <a:ext uri="{FF2B5EF4-FFF2-40B4-BE49-F238E27FC236}">
                <a16:creationId xmlns:a16="http://schemas.microsoft.com/office/drawing/2014/main" id="{625D7C1D-7E40-E3ED-81FC-5389418FFDC6}"/>
              </a:ext>
            </a:extLst>
          </p:cNvPr>
          <p:cNvCxnSpPr/>
          <p:nvPr/>
        </p:nvCxnSpPr>
        <p:spPr>
          <a:xfrm>
            <a:off x="11896175" y="2353309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ff_dense_1_0_1_2">
            <a:extLst>
              <a:ext uri="{FF2B5EF4-FFF2-40B4-BE49-F238E27FC236}">
                <a16:creationId xmlns:a16="http://schemas.microsoft.com/office/drawing/2014/main" id="{9A9B5E88-2803-F573-475B-EFF7714C9F3B}"/>
              </a:ext>
            </a:extLst>
          </p:cNvPr>
          <p:cNvCxnSpPr/>
          <p:nvPr/>
        </p:nvCxnSpPr>
        <p:spPr>
          <a:xfrm flipV="1">
            <a:off x="11896175" y="2233649"/>
            <a:ext cx="1386058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ff_dense_1_0_1_3">
            <a:extLst>
              <a:ext uri="{FF2B5EF4-FFF2-40B4-BE49-F238E27FC236}">
                <a16:creationId xmlns:a16="http://schemas.microsoft.com/office/drawing/2014/main" id="{C96EC730-C0D7-39A3-4934-DFD09209C264}"/>
              </a:ext>
            </a:extLst>
          </p:cNvPr>
          <p:cNvCxnSpPr/>
          <p:nvPr/>
        </p:nvCxnSpPr>
        <p:spPr>
          <a:xfrm flipV="1">
            <a:off x="11896175" y="2113989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ff_dense_1_0_1_4">
            <a:extLst>
              <a:ext uri="{FF2B5EF4-FFF2-40B4-BE49-F238E27FC236}">
                <a16:creationId xmlns:a16="http://schemas.microsoft.com/office/drawing/2014/main" id="{50748A3A-CB9C-3A7A-1A15-C5A49D77E06C}"/>
              </a:ext>
            </a:extLst>
          </p:cNvPr>
          <p:cNvCxnSpPr/>
          <p:nvPr/>
        </p:nvCxnSpPr>
        <p:spPr>
          <a:xfrm flipV="1">
            <a:off x="11896175" y="1994329"/>
            <a:ext cx="1625378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ff_dense_1_0_2_0">
            <a:extLst>
              <a:ext uri="{FF2B5EF4-FFF2-40B4-BE49-F238E27FC236}">
                <a16:creationId xmlns:a16="http://schemas.microsoft.com/office/drawing/2014/main" id="{C84A7991-6DE8-DA9F-0F0E-92F54897BF39}"/>
              </a:ext>
            </a:extLst>
          </p:cNvPr>
          <p:cNvCxnSpPr/>
          <p:nvPr/>
        </p:nvCxnSpPr>
        <p:spPr>
          <a:xfrm>
            <a:off x="12015834" y="2233649"/>
            <a:ext cx="1027080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ff_dense_1_0_2_1">
            <a:extLst>
              <a:ext uri="{FF2B5EF4-FFF2-40B4-BE49-F238E27FC236}">
                <a16:creationId xmlns:a16="http://schemas.microsoft.com/office/drawing/2014/main" id="{8261020F-F3F3-315B-3554-1C115C1FA025}"/>
              </a:ext>
            </a:extLst>
          </p:cNvPr>
          <p:cNvCxnSpPr/>
          <p:nvPr/>
        </p:nvCxnSpPr>
        <p:spPr>
          <a:xfrm>
            <a:off x="12015834" y="2233649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ff_dense_1_0_2_2">
            <a:extLst>
              <a:ext uri="{FF2B5EF4-FFF2-40B4-BE49-F238E27FC236}">
                <a16:creationId xmlns:a16="http://schemas.microsoft.com/office/drawing/2014/main" id="{982FCD14-3C48-BA32-CDC4-DCEAB89699B4}"/>
              </a:ext>
            </a:extLst>
          </p:cNvPr>
          <p:cNvCxnSpPr/>
          <p:nvPr/>
        </p:nvCxnSpPr>
        <p:spPr>
          <a:xfrm>
            <a:off x="12015834" y="2233649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ff_dense_1_0_2_3">
            <a:extLst>
              <a:ext uri="{FF2B5EF4-FFF2-40B4-BE49-F238E27FC236}">
                <a16:creationId xmlns:a16="http://schemas.microsoft.com/office/drawing/2014/main" id="{F7690AC0-4D8A-D94F-CCE5-D711C4E26175}"/>
              </a:ext>
            </a:extLst>
          </p:cNvPr>
          <p:cNvCxnSpPr/>
          <p:nvPr/>
        </p:nvCxnSpPr>
        <p:spPr>
          <a:xfrm flipV="1">
            <a:off x="12015834" y="2113989"/>
            <a:ext cx="138606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ff_dense_1_0_2_4">
            <a:extLst>
              <a:ext uri="{FF2B5EF4-FFF2-40B4-BE49-F238E27FC236}">
                <a16:creationId xmlns:a16="http://schemas.microsoft.com/office/drawing/2014/main" id="{588B97B5-DCB9-704C-D5F3-4D928BEF5B90}"/>
              </a:ext>
            </a:extLst>
          </p:cNvPr>
          <p:cNvCxnSpPr/>
          <p:nvPr/>
        </p:nvCxnSpPr>
        <p:spPr>
          <a:xfrm flipV="1">
            <a:off x="12015834" y="1994329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ff_dense_1_0_3_0">
            <a:extLst>
              <a:ext uri="{FF2B5EF4-FFF2-40B4-BE49-F238E27FC236}">
                <a16:creationId xmlns:a16="http://schemas.microsoft.com/office/drawing/2014/main" id="{40D759DE-9BDD-3F9A-AB1D-144BC065B3EF}"/>
              </a:ext>
            </a:extLst>
          </p:cNvPr>
          <p:cNvCxnSpPr/>
          <p:nvPr/>
        </p:nvCxnSpPr>
        <p:spPr>
          <a:xfrm>
            <a:off x="12135494" y="2113989"/>
            <a:ext cx="907420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ff_dense_1_0_3_1">
            <a:extLst>
              <a:ext uri="{FF2B5EF4-FFF2-40B4-BE49-F238E27FC236}">
                <a16:creationId xmlns:a16="http://schemas.microsoft.com/office/drawing/2014/main" id="{84F87197-0DE8-FE89-182E-1C018AC5F4BC}"/>
              </a:ext>
            </a:extLst>
          </p:cNvPr>
          <p:cNvCxnSpPr/>
          <p:nvPr/>
        </p:nvCxnSpPr>
        <p:spPr>
          <a:xfrm>
            <a:off x="12135494" y="2113989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ff_dense_1_0_3_2">
            <a:extLst>
              <a:ext uri="{FF2B5EF4-FFF2-40B4-BE49-F238E27FC236}">
                <a16:creationId xmlns:a16="http://schemas.microsoft.com/office/drawing/2014/main" id="{B352711B-F17A-C78C-DB89-FD9475D3E545}"/>
              </a:ext>
            </a:extLst>
          </p:cNvPr>
          <p:cNvCxnSpPr/>
          <p:nvPr/>
        </p:nvCxnSpPr>
        <p:spPr>
          <a:xfrm>
            <a:off x="12135494" y="2113989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ff_dense_1_0_3_3">
            <a:extLst>
              <a:ext uri="{FF2B5EF4-FFF2-40B4-BE49-F238E27FC236}">
                <a16:creationId xmlns:a16="http://schemas.microsoft.com/office/drawing/2014/main" id="{688A8CAD-8C27-D713-67CD-347553726023}"/>
              </a:ext>
            </a:extLst>
          </p:cNvPr>
          <p:cNvCxnSpPr/>
          <p:nvPr/>
        </p:nvCxnSpPr>
        <p:spPr>
          <a:xfrm>
            <a:off x="12135494" y="2113989"/>
            <a:ext cx="1266400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ff_dense_1_0_3_4">
            <a:extLst>
              <a:ext uri="{FF2B5EF4-FFF2-40B4-BE49-F238E27FC236}">
                <a16:creationId xmlns:a16="http://schemas.microsoft.com/office/drawing/2014/main" id="{F97E0A31-E367-FCD2-A748-313E6565A821}"/>
              </a:ext>
            </a:extLst>
          </p:cNvPr>
          <p:cNvCxnSpPr/>
          <p:nvPr/>
        </p:nvCxnSpPr>
        <p:spPr>
          <a:xfrm flipV="1">
            <a:off x="12135494" y="1994329"/>
            <a:ext cx="138605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ff_dense_1_0_4_0">
            <a:extLst>
              <a:ext uri="{FF2B5EF4-FFF2-40B4-BE49-F238E27FC236}">
                <a16:creationId xmlns:a16="http://schemas.microsoft.com/office/drawing/2014/main" id="{CF203CB3-51D6-187A-A690-FBA8F74B1C38}"/>
              </a:ext>
            </a:extLst>
          </p:cNvPr>
          <p:cNvCxnSpPr/>
          <p:nvPr/>
        </p:nvCxnSpPr>
        <p:spPr>
          <a:xfrm>
            <a:off x="12255154" y="1994329"/>
            <a:ext cx="787760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ff_dense_1_0_4_1">
            <a:extLst>
              <a:ext uri="{FF2B5EF4-FFF2-40B4-BE49-F238E27FC236}">
                <a16:creationId xmlns:a16="http://schemas.microsoft.com/office/drawing/2014/main" id="{1635C0B4-9184-5EEF-EBED-7FAB0AE7C21E}"/>
              </a:ext>
            </a:extLst>
          </p:cNvPr>
          <p:cNvCxnSpPr/>
          <p:nvPr/>
        </p:nvCxnSpPr>
        <p:spPr>
          <a:xfrm>
            <a:off x="12255154" y="1994329"/>
            <a:ext cx="907419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ff_dense_1_0_4_2">
            <a:extLst>
              <a:ext uri="{FF2B5EF4-FFF2-40B4-BE49-F238E27FC236}">
                <a16:creationId xmlns:a16="http://schemas.microsoft.com/office/drawing/2014/main" id="{2503A4AC-78B2-2094-EDDD-C9F8F15C632A}"/>
              </a:ext>
            </a:extLst>
          </p:cNvPr>
          <p:cNvCxnSpPr/>
          <p:nvPr/>
        </p:nvCxnSpPr>
        <p:spPr>
          <a:xfrm>
            <a:off x="12255154" y="1994329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ff_dense_1_0_4_3">
            <a:extLst>
              <a:ext uri="{FF2B5EF4-FFF2-40B4-BE49-F238E27FC236}">
                <a16:creationId xmlns:a16="http://schemas.microsoft.com/office/drawing/2014/main" id="{DAB8CFDD-C3D6-0D9E-885B-E3E0A810C497}"/>
              </a:ext>
            </a:extLst>
          </p:cNvPr>
          <p:cNvCxnSpPr/>
          <p:nvPr/>
        </p:nvCxnSpPr>
        <p:spPr>
          <a:xfrm>
            <a:off x="12255154" y="1994329"/>
            <a:ext cx="114674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ff_dense_1_0_4_4">
            <a:extLst>
              <a:ext uri="{FF2B5EF4-FFF2-40B4-BE49-F238E27FC236}">
                <a16:creationId xmlns:a16="http://schemas.microsoft.com/office/drawing/2014/main" id="{7A5014DD-EF6B-F345-10F6-5E11D443262F}"/>
              </a:ext>
            </a:extLst>
          </p:cNvPr>
          <p:cNvCxnSpPr/>
          <p:nvPr/>
        </p:nvCxnSpPr>
        <p:spPr>
          <a:xfrm>
            <a:off x="12255154" y="1994329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ff_dense_1_1_0_0">
            <a:extLst>
              <a:ext uri="{FF2B5EF4-FFF2-40B4-BE49-F238E27FC236}">
                <a16:creationId xmlns:a16="http://schemas.microsoft.com/office/drawing/2014/main" id="{CFF8D26B-8AEE-14AE-E79A-BD166182815F}"/>
              </a:ext>
            </a:extLst>
          </p:cNvPr>
          <p:cNvCxnSpPr/>
          <p:nvPr/>
        </p:nvCxnSpPr>
        <p:spPr>
          <a:xfrm>
            <a:off x="15406195" y="2472968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ff_dense_1_1_0_1">
            <a:extLst>
              <a:ext uri="{FF2B5EF4-FFF2-40B4-BE49-F238E27FC236}">
                <a16:creationId xmlns:a16="http://schemas.microsoft.com/office/drawing/2014/main" id="{1A71A66D-36C7-D4CF-291C-04FC96EF08BE}"/>
              </a:ext>
            </a:extLst>
          </p:cNvPr>
          <p:cNvCxnSpPr/>
          <p:nvPr/>
        </p:nvCxnSpPr>
        <p:spPr>
          <a:xfrm flipV="1">
            <a:off x="15406195" y="2353309"/>
            <a:ext cx="1386058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ff_dense_1_1_0_2">
            <a:extLst>
              <a:ext uri="{FF2B5EF4-FFF2-40B4-BE49-F238E27FC236}">
                <a16:creationId xmlns:a16="http://schemas.microsoft.com/office/drawing/2014/main" id="{5FEFF20E-897F-D289-69BE-193149976557}"/>
              </a:ext>
            </a:extLst>
          </p:cNvPr>
          <p:cNvCxnSpPr/>
          <p:nvPr/>
        </p:nvCxnSpPr>
        <p:spPr>
          <a:xfrm flipV="1">
            <a:off x="15406195" y="2233649"/>
            <a:ext cx="1505718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ff_dense_1_1_0_3">
            <a:extLst>
              <a:ext uri="{FF2B5EF4-FFF2-40B4-BE49-F238E27FC236}">
                <a16:creationId xmlns:a16="http://schemas.microsoft.com/office/drawing/2014/main" id="{4AF058F3-911C-5584-60FD-5127AC55DCF4}"/>
              </a:ext>
            </a:extLst>
          </p:cNvPr>
          <p:cNvCxnSpPr/>
          <p:nvPr/>
        </p:nvCxnSpPr>
        <p:spPr>
          <a:xfrm flipV="1">
            <a:off x="15406195" y="2113989"/>
            <a:ext cx="1625378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ff_dense_1_1_0_4">
            <a:extLst>
              <a:ext uri="{FF2B5EF4-FFF2-40B4-BE49-F238E27FC236}">
                <a16:creationId xmlns:a16="http://schemas.microsoft.com/office/drawing/2014/main" id="{BEE67137-5D8A-69DF-9D1D-CA70C3BFE620}"/>
              </a:ext>
            </a:extLst>
          </p:cNvPr>
          <p:cNvCxnSpPr/>
          <p:nvPr/>
        </p:nvCxnSpPr>
        <p:spPr>
          <a:xfrm flipV="1">
            <a:off x="15406195" y="1994329"/>
            <a:ext cx="1745037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ff_dense_1_1_1_0">
            <a:extLst>
              <a:ext uri="{FF2B5EF4-FFF2-40B4-BE49-F238E27FC236}">
                <a16:creationId xmlns:a16="http://schemas.microsoft.com/office/drawing/2014/main" id="{E6C34994-B948-905B-D0C7-FB6B602E534B}"/>
              </a:ext>
            </a:extLst>
          </p:cNvPr>
          <p:cNvCxnSpPr/>
          <p:nvPr/>
        </p:nvCxnSpPr>
        <p:spPr>
          <a:xfrm>
            <a:off x="15525854" y="2353309"/>
            <a:ext cx="1146739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ff_dense_1_1_1_1">
            <a:extLst>
              <a:ext uri="{FF2B5EF4-FFF2-40B4-BE49-F238E27FC236}">
                <a16:creationId xmlns:a16="http://schemas.microsoft.com/office/drawing/2014/main" id="{0C535518-0CDD-B9F4-4AC8-4F759F7473C6}"/>
              </a:ext>
            </a:extLst>
          </p:cNvPr>
          <p:cNvCxnSpPr/>
          <p:nvPr/>
        </p:nvCxnSpPr>
        <p:spPr>
          <a:xfrm>
            <a:off x="15525854" y="2353309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ff_dense_1_1_1_2">
            <a:extLst>
              <a:ext uri="{FF2B5EF4-FFF2-40B4-BE49-F238E27FC236}">
                <a16:creationId xmlns:a16="http://schemas.microsoft.com/office/drawing/2014/main" id="{0966BF10-673F-82F2-3597-4FD42D413C77}"/>
              </a:ext>
            </a:extLst>
          </p:cNvPr>
          <p:cNvCxnSpPr/>
          <p:nvPr/>
        </p:nvCxnSpPr>
        <p:spPr>
          <a:xfrm flipV="1">
            <a:off x="15525854" y="2233649"/>
            <a:ext cx="138605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ff_dense_1_1_1_3">
            <a:extLst>
              <a:ext uri="{FF2B5EF4-FFF2-40B4-BE49-F238E27FC236}">
                <a16:creationId xmlns:a16="http://schemas.microsoft.com/office/drawing/2014/main" id="{F5AA393B-157C-9E2F-8BA0-65E712DA6800}"/>
              </a:ext>
            </a:extLst>
          </p:cNvPr>
          <p:cNvCxnSpPr/>
          <p:nvPr/>
        </p:nvCxnSpPr>
        <p:spPr>
          <a:xfrm flipV="1">
            <a:off x="15525854" y="2113989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ff_dense_1_1_1_4">
            <a:extLst>
              <a:ext uri="{FF2B5EF4-FFF2-40B4-BE49-F238E27FC236}">
                <a16:creationId xmlns:a16="http://schemas.microsoft.com/office/drawing/2014/main" id="{BF10B713-3502-A6D1-F391-3356F385D85C}"/>
              </a:ext>
            </a:extLst>
          </p:cNvPr>
          <p:cNvCxnSpPr/>
          <p:nvPr/>
        </p:nvCxnSpPr>
        <p:spPr>
          <a:xfrm flipV="1">
            <a:off x="15525854" y="1994329"/>
            <a:ext cx="1625378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ff_dense_1_1_2_0">
            <a:extLst>
              <a:ext uri="{FF2B5EF4-FFF2-40B4-BE49-F238E27FC236}">
                <a16:creationId xmlns:a16="http://schemas.microsoft.com/office/drawing/2014/main" id="{FBA96D49-2E37-78F0-40C9-353A2AF8B082}"/>
              </a:ext>
            </a:extLst>
          </p:cNvPr>
          <p:cNvCxnSpPr/>
          <p:nvPr/>
        </p:nvCxnSpPr>
        <p:spPr>
          <a:xfrm>
            <a:off x="15645513" y="2233649"/>
            <a:ext cx="1027080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ff_dense_1_1_2_1">
            <a:extLst>
              <a:ext uri="{FF2B5EF4-FFF2-40B4-BE49-F238E27FC236}">
                <a16:creationId xmlns:a16="http://schemas.microsoft.com/office/drawing/2014/main" id="{0719477A-070B-B563-6249-4F4CBFBF682E}"/>
              </a:ext>
            </a:extLst>
          </p:cNvPr>
          <p:cNvCxnSpPr/>
          <p:nvPr/>
        </p:nvCxnSpPr>
        <p:spPr>
          <a:xfrm>
            <a:off x="15645513" y="2233649"/>
            <a:ext cx="114674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ff_dense_1_1_2_2">
            <a:extLst>
              <a:ext uri="{FF2B5EF4-FFF2-40B4-BE49-F238E27FC236}">
                <a16:creationId xmlns:a16="http://schemas.microsoft.com/office/drawing/2014/main" id="{0A171D63-222E-EB2C-D4D6-72F550C7D655}"/>
              </a:ext>
            </a:extLst>
          </p:cNvPr>
          <p:cNvCxnSpPr/>
          <p:nvPr/>
        </p:nvCxnSpPr>
        <p:spPr>
          <a:xfrm>
            <a:off x="15645513" y="2233649"/>
            <a:ext cx="1266400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ff_dense_1_1_2_3">
            <a:extLst>
              <a:ext uri="{FF2B5EF4-FFF2-40B4-BE49-F238E27FC236}">
                <a16:creationId xmlns:a16="http://schemas.microsoft.com/office/drawing/2014/main" id="{7A7639AB-13B7-5182-C478-D0CFFBFB69F3}"/>
              </a:ext>
            </a:extLst>
          </p:cNvPr>
          <p:cNvCxnSpPr/>
          <p:nvPr/>
        </p:nvCxnSpPr>
        <p:spPr>
          <a:xfrm flipV="1">
            <a:off x="15645513" y="2113989"/>
            <a:ext cx="138606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ff_dense_1_1_2_4">
            <a:extLst>
              <a:ext uri="{FF2B5EF4-FFF2-40B4-BE49-F238E27FC236}">
                <a16:creationId xmlns:a16="http://schemas.microsoft.com/office/drawing/2014/main" id="{A7A315A5-31E9-8B70-DB6B-5E880DF496BB}"/>
              </a:ext>
            </a:extLst>
          </p:cNvPr>
          <p:cNvCxnSpPr/>
          <p:nvPr/>
        </p:nvCxnSpPr>
        <p:spPr>
          <a:xfrm flipV="1">
            <a:off x="15645513" y="1994329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ff_dense_1_1_3_0">
            <a:extLst>
              <a:ext uri="{FF2B5EF4-FFF2-40B4-BE49-F238E27FC236}">
                <a16:creationId xmlns:a16="http://schemas.microsoft.com/office/drawing/2014/main" id="{E8F2E17E-34A0-C854-9F2F-1469BE688557}"/>
              </a:ext>
            </a:extLst>
          </p:cNvPr>
          <p:cNvCxnSpPr/>
          <p:nvPr/>
        </p:nvCxnSpPr>
        <p:spPr>
          <a:xfrm>
            <a:off x="15765174" y="2113989"/>
            <a:ext cx="90741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ff_dense_1_1_3_1">
            <a:extLst>
              <a:ext uri="{FF2B5EF4-FFF2-40B4-BE49-F238E27FC236}">
                <a16:creationId xmlns:a16="http://schemas.microsoft.com/office/drawing/2014/main" id="{BE1512FB-71C8-7DDE-B990-D6454906F24B}"/>
              </a:ext>
            </a:extLst>
          </p:cNvPr>
          <p:cNvCxnSpPr/>
          <p:nvPr/>
        </p:nvCxnSpPr>
        <p:spPr>
          <a:xfrm>
            <a:off x="15765174" y="2113989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ff_dense_1_1_3_2">
            <a:extLst>
              <a:ext uri="{FF2B5EF4-FFF2-40B4-BE49-F238E27FC236}">
                <a16:creationId xmlns:a16="http://schemas.microsoft.com/office/drawing/2014/main" id="{FBD5A88C-A72A-21B0-5D6B-78FE38DA5784}"/>
              </a:ext>
            </a:extLst>
          </p:cNvPr>
          <p:cNvCxnSpPr/>
          <p:nvPr/>
        </p:nvCxnSpPr>
        <p:spPr>
          <a:xfrm>
            <a:off x="15765174" y="2113989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ff_dense_1_1_3_3">
            <a:extLst>
              <a:ext uri="{FF2B5EF4-FFF2-40B4-BE49-F238E27FC236}">
                <a16:creationId xmlns:a16="http://schemas.microsoft.com/office/drawing/2014/main" id="{C3D3EA95-46B4-DFE8-43A2-AE95D577E506}"/>
              </a:ext>
            </a:extLst>
          </p:cNvPr>
          <p:cNvCxnSpPr/>
          <p:nvPr/>
        </p:nvCxnSpPr>
        <p:spPr>
          <a:xfrm>
            <a:off x="15765174" y="2113989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ff_dense_1_1_3_4">
            <a:extLst>
              <a:ext uri="{FF2B5EF4-FFF2-40B4-BE49-F238E27FC236}">
                <a16:creationId xmlns:a16="http://schemas.microsoft.com/office/drawing/2014/main" id="{AB323081-62B7-E113-2F2C-B130D79F6F21}"/>
              </a:ext>
            </a:extLst>
          </p:cNvPr>
          <p:cNvCxnSpPr/>
          <p:nvPr/>
        </p:nvCxnSpPr>
        <p:spPr>
          <a:xfrm flipV="1">
            <a:off x="15765174" y="1994329"/>
            <a:ext cx="1386058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ff_dense_1_1_4_0">
            <a:extLst>
              <a:ext uri="{FF2B5EF4-FFF2-40B4-BE49-F238E27FC236}">
                <a16:creationId xmlns:a16="http://schemas.microsoft.com/office/drawing/2014/main" id="{A5ED92FA-176E-A072-932B-6C31DC0E39B9}"/>
              </a:ext>
            </a:extLst>
          </p:cNvPr>
          <p:cNvCxnSpPr/>
          <p:nvPr/>
        </p:nvCxnSpPr>
        <p:spPr>
          <a:xfrm>
            <a:off x="15884834" y="1994329"/>
            <a:ext cx="787759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ff_dense_1_1_4_1">
            <a:extLst>
              <a:ext uri="{FF2B5EF4-FFF2-40B4-BE49-F238E27FC236}">
                <a16:creationId xmlns:a16="http://schemas.microsoft.com/office/drawing/2014/main" id="{AFB309FF-0145-662F-DC95-DFF12E55D588}"/>
              </a:ext>
            </a:extLst>
          </p:cNvPr>
          <p:cNvCxnSpPr/>
          <p:nvPr/>
        </p:nvCxnSpPr>
        <p:spPr>
          <a:xfrm>
            <a:off x="15884834" y="1994329"/>
            <a:ext cx="907419" cy="35898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ff_dense_1_1_4_2">
            <a:extLst>
              <a:ext uri="{FF2B5EF4-FFF2-40B4-BE49-F238E27FC236}">
                <a16:creationId xmlns:a16="http://schemas.microsoft.com/office/drawing/2014/main" id="{62EC82F8-B41B-0BD1-37F0-B6158C0DDF5A}"/>
              </a:ext>
            </a:extLst>
          </p:cNvPr>
          <p:cNvCxnSpPr/>
          <p:nvPr/>
        </p:nvCxnSpPr>
        <p:spPr>
          <a:xfrm>
            <a:off x="15884834" y="1994329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ff_dense_1_1_4_3">
            <a:extLst>
              <a:ext uri="{FF2B5EF4-FFF2-40B4-BE49-F238E27FC236}">
                <a16:creationId xmlns:a16="http://schemas.microsoft.com/office/drawing/2014/main" id="{DA39CA45-C3F5-035A-BA57-8DA56BA1915E}"/>
              </a:ext>
            </a:extLst>
          </p:cNvPr>
          <p:cNvCxnSpPr/>
          <p:nvPr/>
        </p:nvCxnSpPr>
        <p:spPr>
          <a:xfrm>
            <a:off x="15884834" y="1994329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ff_dense_1_1_4_4">
            <a:extLst>
              <a:ext uri="{FF2B5EF4-FFF2-40B4-BE49-F238E27FC236}">
                <a16:creationId xmlns:a16="http://schemas.microsoft.com/office/drawing/2014/main" id="{3A4EDDA4-5D39-D20B-FC1A-120A941D0E21}"/>
              </a:ext>
            </a:extLst>
          </p:cNvPr>
          <p:cNvCxnSpPr/>
          <p:nvPr/>
        </p:nvCxnSpPr>
        <p:spPr>
          <a:xfrm>
            <a:off x="15884834" y="1994329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ff_activation_flow_1">
            <a:extLst>
              <a:ext uri="{FF2B5EF4-FFF2-40B4-BE49-F238E27FC236}">
                <a16:creationId xmlns:a16="http://schemas.microsoft.com/office/drawing/2014/main" id="{575CFC7E-B2D2-79E0-8455-0DEA1FEAF87B}"/>
              </a:ext>
            </a:extLst>
          </p:cNvPr>
          <p:cNvCxnSpPr/>
          <p:nvPr/>
        </p:nvCxnSpPr>
        <p:spPr>
          <a:xfrm>
            <a:off x="13830674" y="2213706"/>
            <a:ext cx="1266398" cy="0"/>
          </a:xfrm>
          <a:prstGeom prst="line">
            <a:avLst/>
          </a:prstGeom>
          <a:ln w="29915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ff_dense_2_0_0_0">
            <a:extLst>
              <a:ext uri="{FF2B5EF4-FFF2-40B4-BE49-F238E27FC236}">
                <a16:creationId xmlns:a16="http://schemas.microsoft.com/office/drawing/2014/main" id="{0CF1FC8B-5875-E3CE-E0E7-563FA347B691}"/>
              </a:ext>
            </a:extLst>
          </p:cNvPr>
          <p:cNvCxnSpPr/>
          <p:nvPr/>
        </p:nvCxnSpPr>
        <p:spPr>
          <a:xfrm>
            <a:off x="11776515" y="3470133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ff_dense_2_0_0_1">
            <a:extLst>
              <a:ext uri="{FF2B5EF4-FFF2-40B4-BE49-F238E27FC236}">
                <a16:creationId xmlns:a16="http://schemas.microsoft.com/office/drawing/2014/main" id="{2DF188D3-A356-4F49-7D38-C41038C70D1D}"/>
              </a:ext>
            </a:extLst>
          </p:cNvPr>
          <p:cNvCxnSpPr/>
          <p:nvPr/>
        </p:nvCxnSpPr>
        <p:spPr>
          <a:xfrm flipV="1">
            <a:off x="11776515" y="3350473"/>
            <a:ext cx="1386058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ff_dense_2_0_0_2">
            <a:extLst>
              <a:ext uri="{FF2B5EF4-FFF2-40B4-BE49-F238E27FC236}">
                <a16:creationId xmlns:a16="http://schemas.microsoft.com/office/drawing/2014/main" id="{52978487-254D-356F-CCA9-99EF710BF811}"/>
              </a:ext>
            </a:extLst>
          </p:cNvPr>
          <p:cNvCxnSpPr/>
          <p:nvPr/>
        </p:nvCxnSpPr>
        <p:spPr>
          <a:xfrm flipV="1">
            <a:off x="11776515" y="3230814"/>
            <a:ext cx="1505718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ff_dense_2_0_0_3">
            <a:extLst>
              <a:ext uri="{FF2B5EF4-FFF2-40B4-BE49-F238E27FC236}">
                <a16:creationId xmlns:a16="http://schemas.microsoft.com/office/drawing/2014/main" id="{43CD5BCE-67BB-3983-0F85-B1DCE4684032}"/>
              </a:ext>
            </a:extLst>
          </p:cNvPr>
          <p:cNvCxnSpPr/>
          <p:nvPr/>
        </p:nvCxnSpPr>
        <p:spPr>
          <a:xfrm flipV="1">
            <a:off x="11776515" y="3111154"/>
            <a:ext cx="162537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ff_dense_2_0_0_4">
            <a:extLst>
              <a:ext uri="{FF2B5EF4-FFF2-40B4-BE49-F238E27FC236}">
                <a16:creationId xmlns:a16="http://schemas.microsoft.com/office/drawing/2014/main" id="{F9BC6F11-6003-9738-C9FB-D869CA0E6316}"/>
              </a:ext>
            </a:extLst>
          </p:cNvPr>
          <p:cNvCxnSpPr/>
          <p:nvPr/>
        </p:nvCxnSpPr>
        <p:spPr>
          <a:xfrm flipV="1">
            <a:off x="11776515" y="2991494"/>
            <a:ext cx="1745038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ff_dense_2_0_1_0">
            <a:extLst>
              <a:ext uri="{FF2B5EF4-FFF2-40B4-BE49-F238E27FC236}">
                <a16:creationId xmlns:a16="http://schemas.microsoft.com/office/drawing/2014/main" id="{1E0BB53A-E2E5-004C-30B3-04B53776D441}"/>
              </a:ext>
            </a:extLst>
          </p:cNvPr>
          <p:cNvCxnSpPr/>
          <p:nvPr/>
        </p:nvCxnSpPr>
        <p:spPr>
          <a:xfrm>
            <a:off x="11896175" y="3350473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ff_dense_2_0_1_1">
            <a:extLst>
              <a:ext uri="{FF2B5EF4-FFF2-40B4-BE49-F238E27FC236}">
                <a16:creationId xmlns:a16="http://schemas.microsoft.com/office/drawing/2014/main" id="{AAD6395C-1F08-9667-3675-47953A7A8E0E}"/>
              </a:ext>
            </a:extLst>
          </p:cNvPr>
          <p:cNvCxnSpPr/>
          <p:nvPr/>
        </p:nvCxnSpPr>
        <p:spPr>
          <a:xfrm>
            <a:off x="11896175" y="3350473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ff_dense_2_0_1_2">
            <a:extLst>
              <a:ext uri="{FF2B5EF4-FFF2-40B4-BE49-F238E27FC236}">
                <a16:creationId xmlns:a16="http://schemas.microsoft.com/office/drawing/2014/main" id="{38932BDA-E7D6-0570-AB39-3613CFCE60E2}"/>
              </a:ext>
            </a:extLst>
          </p:cNvPr>
          <p:cNvCxnSpPr/>
          <p:nvPr/>
        </p:nvCxnSpPr>
        <p:spPr>
          <a:xfrm flipV="1">
            <a:off x="11896175" y="3230814"/>
            <a:ext cx="1386058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ff_dense_2_0_1_3">
            <a:extLst>
              <a:ext uri="{FF2B5EF4-FFF2-40B4-BE49-F238E27FC236}">
                <a16:creationId xmlns:a16="http://schemas.microsoft.com/office/drawing/2014/main" id="{BC094176-1640-CBB5-F761-D393F8D6B67E}"/>
              </a:ext>
            </a:extLst>
          </p:cNvPr>
          <p:cNvCxnSpPr/>
          <p:nvPr/>
        </p:nvCxnSpPr>
        <p:spPr>
          <a:xfrm flipV="1">
            <a:off x="11896175" y="3111154"/>
            <a:ext cx="1505719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ff_dense_2_0_1_4">
            <a:extLst>
              <a:ext uri="{FF2B5EF4-FFF2-40B4-BE49-F238E27FC236}">
                <a16:creationId xmlns:a16="http://schemas.microsoft.com/office/drawing/2014/main" id="{394EA335-CE75-6D65-CFE1-A482C1C61F27}"/>
              </a:ext>
            </a:extLst>
          </p:cNvPr>
          <p:cNvCxnSpPr/>
          <p:nvPr/>
        </p:nvCxnSpPr>
        <p:spPr>
          <a:xfrm flipV="1">
            <a:off x="11896175" y="2991494"/>
            <a:ext cx="1625378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ff_dense_2_0_2_0">
            <a:extLst>
              <a:ext uri="{FF2B5EF4-FFF2-40B4-BE49-F238E27FC236}">
                <a16:creationId xmlns:a16="http://schemas.microsoft.com/office/drawing/2014/main" id="{D370AB6A-C081-AB37-7754-0884E733A07E}"/>
              </a:ext>
            </a:extLst>
          </p:cNvPr>
          <p:cNvCxnSpPr/>
          <p:nvPr/>
        </p:nvCxnSpPr>
        <p:spPr>
          <a:xfrm>
            <a:off x="12015834" y="3230814"/>
            <a:ext cx="1027080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ff_dense_2_0_2_1">
            <a:extLst>
              <a:ext uri="{FF2B5EF4-FFF2-40B4-BE49-F238E27FC236}">
                <a16:creationId xmlns:a16="http://schemas.microsoft.com/office/drawing/2014/main" id="{4EB7A6CE-DC36-7D0E-F035-5B1300CC2F3C}"/>
              </a:ext>
            </a:extLst>
          </p:cNvPr>
          <p:cNvCxnSpPr/>
          <p:nvPr/>
        </p:nvCxnSpPr>
        <p:spPr>
          <a:xfrm>
            <a:off x="12015834" y="3230814"/>
            <a:ext cx="1146739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ff_dense_2_0_2_2">
            <a:extLst>
              <a:ext uri="{FF2B5EF4-FFF2-40B4-BE49-F238E27FC236}">
                <a16:creationId xmlns:a16="http://schemas.microsoft.com/office/drawing/2014/main" id="{F5E4EA0E-E0AD-A3BD-F3BF-CA7846852256}"/>
              </a:ext>
            </a:extLst>
          </p:cNvPr>
          <p:cNvCxnSpPr/>
          <p:nvPr/>
        </p:nvCxnSpPr>
        <p:spPr>
          <a:xfrm>
            <a:off x="12015834" y="3230814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ff_dense_2_0_2_3">
            <a:extLst>
              <a:ext uri="{FF2B5EF4-FFF2-40B4-BE49-F238E27FC236}">
                <a16:creationId xmlns:a16="http://schemas.microsoft.com/office/drawing/2014/main" id="{9D6B001E-99D1-660A-A16C-BFEABA7A1C4D}"/>
              </a:ext>
            </a:extLst>
          </p:cNvPr>
          <p:cNvCxnSpPr/>
          <p:nvPr/>
        </p:nvCxnSpPr>
        <p:spPr>
          <a:xfrm flipV="1">
            <a:off x="12015834" y="3111154"/>
            <a:ext cx="138606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ff_dense_2_0_2_4">
            <a:extLst>
              <a:ext uri="{FF2B5EF4-FFF2-40B4-BE49-F238E27FC236}">
                <a16:creationId xmlns:a16="http://schemas.microsoft.com/office/drawing/2014/main" id="{7C78B863-F6AB-E92A-4B56-BD685357863B}"/>
              </a:ext>
            </a:extLst>
          </p:cNvPr>
          <p:cNvCxnSpPr/>
          <p:nvPr/>
        </p:nvCxnSpPr>
        <p:spPr>
          <a:xfrm flipV="1">
            <a:off x="12015834" y="2991494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ff_dense_2_0_3_0">
            <a:extLst>
              <a:ext uri="{FF2B5EF4-FFF2-40B4-BE49-F238E27FC236}">
                <a16:creationId xmlns:a16="http://schemas.microsoft.com/office/drawing/2014/main" id="{F851D17F-7713-6C6D-19F0-7CF079F4DA8A}"/>
              </a:ext>
            </a:extLst>
          </p:cNvPr>
          <p:cNvCxnSpPr/>
          <p:nvPr/>
        </p:nvCxnSpPr>
        <p:spPr>
          <a:xfrm>
            <a:off x="12135494" y="3111154"/>
            <a:ext cx="907420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ff_dense_2_0_3_1">
            <a:extLst>
              <a:ext uri="{FF2B5EF4-FFF2-40B4-BE49-F238E27FC236}">
                <a16:creationId xmlns:a16="http://schemas.microsoft.com/office/drawing/2014/main" id="{FED29023-2C97-148D-3872-60387D163718}"/>
              </a:ext>
            </a:extLst>
          </p:cNvPr>
          <p:cNvCxnSpPr/>
          <p:nvPr/>
        </p:nvCxnSpPr>
        <p:spPr>
          <a:xfrm>
            <a:off x="12135494" y="3111154"/>
            <a:ext cx="1027079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ff_dense_2_0_3_2">
            <a:extLst>
              <a:ext uri="{FF2B5EF4-FFF2-40B4-BE49-F238E27FC236}">
                <a16:creationId xmlns:a16="http://schemas.microsoft.com/office/drawing/2014/main" id="{99569741-7AC5-FFF7-78C4-3181CB086AFC}"/>
              </a:ext>
            </a:extLst>
          </p:cNvPr>
          <p:cNvCxnSpPr/>
          <p:nvPr/>
        </p:nvCxnSpPr>
        <p:spPr>
          <a:xfrm>
            <a:off x="12135494" y="3111154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ff_dense_2_0_3_3">
            <a:extLst>
              <a:ext uri="{FF2B5EF4-FFF2-40B4-BE49-F238E27FC236}">
                <a16:creationId xmlns:a16="http://schemas.microsoft.com/office/drawing/2014/main" id="{84FDAF73-8C46-1A2D-353E-9F1F88ED7942}"/>
              </a:ext>
            </a:extLst>
          </p:cNvPr>
          <p:cNvCxnSpPr/>
          <p:nvPr/>
        </p:nvCxnSpPr>
        <p:spPr>
          <a:xfrm>
            <a:off x="12135494" y="3111154"/>
            <a:ext cx="1266400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ff_dense_2_0_3_4">
            <a:extLst>
              <a:ext uri="{FF2B5EF4-FFF2-40B4-BE49-F238E27FC236}">
                <a16:creationId xmlns:a16="http://schemas.microsoft.com/office/drawing/2014/main" id="{BDBFD34C-57F6-DD05-B82D-55DBAAF73ABA}"/>
              </a:ext>
            </a:extLst>
          </p:cNvPr>
          <p:cNvCxnSpPr/>
          <p:nvPr/>
        </p:nvCxnSpPr>
        <p:spPr>
          <a:xfrm flipV="1">
            <a:off x="12135494" y="2991494"/>
            <a:ext cx="138605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ff_dense_2_0_4_0">
            <a:extLst>
              <a:ext uri="{FF2B5EF4-FFF2-40B4-BE49-F238E27FC236}">
                <a16:creationId xmlns:a16="http://schemas.microsoft.com/office/drawing/2014/main" id="{F9CEF8B6-18C7-DF68-8014-396C1EB8B1BA}"/>
              </a:ext>
            </a:extLst>
          </p:cNvPr>
          <p:cNvCxnSpPr/>
          <p:nvPr/>
        </p:nvCxnSpPr>
        <p:spPr>
          <a:xfrm>
            <a:off x="12255154" y="2991494"/>
            <a:ext cx="787760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ff_dense_2_0_4_1">
            <a:extLst>
              <a:ext uri="{FF2B5EF4-FFF2-40B4-BE49-F238E27FC236}">
                <a16:creationId xmlns:a16="http://schemas.microsoft.com/office/drawing/2014/main" id="{F7B1D34C-8130-6434-B5E1-FDD282C85A0C}"/>
              </a:ext>
            </a:extLst>
          </p:cNvPr>
          <p:cNvCxnSpPr/>
          <p:nvPr/>
        </p:nvCxnSpPr>
        <p:spPr>
          <a:xfrm>
            <a:off x="12255154" y="2991494"/>
            <a:ext cx="90741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ff_dense_2_0_4_2">
            <a:extLst>
              <a:ext uri="{FF2B5EF4-FFF2-40B4-BE49-F238E27FC236}">
                <a16:creationId xmlns:a16="http://schemas.microsoft.com/office/drawing/2014/main" id="{EB90AB54-E954-705F-FE03-0DB5AD03136B}"/>
              </a:ext>
            </a:extLst>
          </p:cNvPr>
          <p:cNvCxnSpPr/>
          <p:nvPr/>
        </p:nvCxnSpPr>
        <p:spPr>
          <a:xfrm>
            <a:off x="12255154" y="2991494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ff_dense_2_0_4_3">
            <a:extLst>
              <a:ext uri="{FF2B5EF4-FFF2-40B4-BE49-F238E27FC236}">
                <a16:creationId xmlns:a16="http://schemas.microsoft.com/office/drawing/2014/main" id="{5B21E987-9EBC-17F2-E679-F5D2488522A4}"/>
              </a:ext>
            </a:extLst>
          </p:cNvPr>
          <p:cNvCxnSpPr/>
          <p:nvPr/>
        </p:nvCxnSpPr>
        <p:spPr>
          <a:xfrm>
            <a:off x="12255154" y="2991494"/>
            <a:ext cx="114674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ff_dense_2_0_4_4">
            <a:extLst>
              <a:ext uri="{FF2B5EF4-FFF2-40B4-BE49-F238E27FC236}">
                <a16:creationId xmlns:a16="http://schemas.microsoft.com/office/drawing/2014/main" id="{241C57FE-C944-B65A-9632-B669107B2231}"/>
              </a:ext>
            </a:extLst>
          </p:cNvPr>
          <p:cNvCxnSpPr/>
          <p:nvPr/>
        </p:nvCxnSpPr>
        <p:spPr>
          <a:xfrm>
            <a:off x="12255154" y="2991494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ff_dense_2_1_0_0">
            <a:extLst>
              <a:ext uri="{FF2B5EF4-FFF2-40B4-BE49-F238E27FC236}">
                <a16:creationId xmlns:a16="http://schemas.microsoft.com/office/drawing/2014/main" id="{82CAA722-8103-DEEF-C08A-D93D4679A060}"/>
              </a:ext>
            </a:extLst>
          </p:cNvPr>
          <p:cNvCxnSpPr/>
          <p:nvPr/>
        </p:nvCxnSpPr>
        <p:spPr>
          <a:xfrm>
            <a:off x="15406195" y="3470133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ff_dense_2_1_0_1">
            <a:extLst>
              <a:ext uri="{FF2B5EF4-FFF2-40B4-BE49-F238E27FC236}">
                <a16:creationId xmlns:a16="http://schemas.microsoft.com/office/drawing/2014/main" id="{8ED6377B-CE93-21A7-2A6A-F8C2C8EC3F61}"/>
              </a:ext>
            </a:extLst>
          </p:cNvPr>
          <p:cNvCxnSpPr/>
          <p:nvPr/>
        </p:nvCxnSpPr>
        <p:spPr>
          <a:xfrm flipV="1">
            <a:off x="15406195" y="3350473"/>
            <a:ext cx="1386058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ff_dense_2_1_0_2">
            <a:extLst>
              <a:ext uri="{FF2B5EF4-FFF2-40B4-BE49-F238E27FC236}">
                <a16:creationId xmlns:a16="http://schemas.microsoft.com/office/drawing/2014/main" id="{F2BF514E-28F8-7FBF-5FAA-F359EBBEBF1D}"/>
              </a:ext>
            </a:extLst>
          </p:cNvPr>
          <p:cNvCxnSpPr/>
          <p:nvPr/>
        </p:nvCxnSpPr>
        <p:spPr>
          <a:xfrm flipV="1">
            <a:off x="15406195" y="3230814"/>
            <a:ext cx="1505718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ff_dense_2_1_0_3">
            <a:extLst>
              <a:ext uri="{FF2B5EF4-FFF2-40B4-BE49-F238E27FC236}">
                <a16:creationId xmlns:a16="http://schemas.microsoft.com/office/drawing/2014/main" id="{AF08E6B7-448B-AECA-9745-F393E7F26452}"/>
              </a:ext>
            </a:extLst>
          </p:cNvPr>
          <p:cNvCxnSpPr/>
          <p:nvPr/>
        </p:nvCxnSpPr>
        <p:spPr>
          <a:xfrm flipV="1">
            <a:off x="15406195" y="3111154"/>
            <a:ext cx="1625378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ff_dense_2_1_0_4">
            <a:extLst>
              <a:ext uri="{FF2B5EF4-FFF2-40B4-BE49-F238E27FC236}">
                <a16:creationId xmlns:a16="http://schemas.microsoft.com/office/drawing/2014/main" id="{7A9A5648-574F-754C-8718-29713E29871E}"/>
              </a:ext>
            </a:extLst>
          </p:cNvPr>
          <p:cNvCxnSpPr/>
          <p:nvPr/>
        </p:nvCxnSpPr>
        <p:spPr>
          <a:xfrm flipV="1">
            <a:off x="15406195" y="2991494"/>
            <a:ext cx="1745037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ff_dense_2_1_1_0">
            <a:extLst>
              <a:ext uri="{FF2B5EF4-FFF2-40B4-BE49-F238E27FC236}">
                <a16:creationId xmlns:a16="http://schemas.microsoft.com/office/drawing/2014/main" id="{1E6D7D33-F142-0548-5888-B95EE2E791DC}"/>
              </a:ext>
            </a:extLst>
          </p:cNvPr>
          <p:cNvCxnSpPr/>
          <p:nvPr/>
        </p:nvCxnSpPr>
        <p:spPr>
          <a:xfrm>
            <a:off x="15525854" y="3350473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ff_dense_2_1_1_1">
            <a:extLst>
              <a:ext uri="{FF2B5EF4-FFF2-40B4-BE49-F238E27FC236}">
                <a16:creationId xmlns:a16="http://schemas.microsoft.com/office/drawing/2014/main" id="{B9025D3C-1FFF-F479-796D-BC1654445B26}"/>
              </a:ext>
            </a:extLst>
          </p:cNvPr>
          <p:cNvCxnSpPr/>
          <p:nvPr/>
        </p:nvCxnSpPr>
        <p:spPr>
          <a:xfrm>
            <a:off x="15525854" y="3350473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ff_dense_2_1_1_2">
            <a:extLst>
              <a:ext uri="{FF2B5EF4-FFF2-40B4-BE49-F238E27FC236}">
                <a16:creationId xmlns:a16="http://schemas.microsoft.com/office/drawing/2014/main" id="{BDDAFAD6-F853-0C92-7F09-F616394F6A75}"/>
              </a:ext>
            </a:extLst>
          </p:cNvPr>
          <p:cNvCxnSpPr/>
          <p:nvPr/>
        </p:nvCxnSpPr>
        <p:spPr>
          <a:xfrm flipV="1">
            <a:off x="15525854" y="3230814"/>
            <a:ext cx="1386059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ff_dense_2_1_1_3">
            <a:extLst>
              <a:ext uri="{FF2B5EF4-FFF2-40B4-BE49-F238E27FC236}">
                <a16:creationId xmlns:a16="http://schemas.microsoft.com/office/drawing/2014/main" id="{588E0FD4-DB20-9AF5-9AC7-AAA31E2FB968}"/>
              </a:ext>
            </a:extLst>
          </p:cNvPr>
          <p:cNvCxnSpPr/>
          <p:nvPr/>
        </p:nvCxnSpPr>
        <p:spPr>
          <a:xfrm flipV="1">
            <a:off x="15525854" y="3111154"/>
            <a:ext cx="1505719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ff_dense_2_1_1_4">
            <a:extLst>
              <a:ext uri="{FF2B5EF4-FFF2-40B4-BE49-F238E27FC236}">
                <a16:creationId xmlns:a16="http://schemas.microsoft.com/office/drawing/2014/main" id="{A9AB2BED-FF92-C2F2-6D15-A0847120D97E}"/>
              </a:ext>
            </a:extLst>
          </p:cNvPr>
          <p:cNvCxnSpPr/>
          <p:nvPr/>
        </p:nvCxnSpPr>
        <p:spPr>
          <a:xfrm flipV="1">
            <a:off x="15525854" y="2991494"/>
            <a:ext cx="1625378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ff_dense_2_1_2_0">
            <a:extLst>
              <a:ext uri="{FF2B5EF4-FFF2-40B4-BE49-F238E27FC236}">
                <a16:creationId xmlns:a16="http://schemas.microsoft.com/office/drawing/2014/main" id="{FB942027-BA55-B24E-2B30-A11326493F05}"/>
              </a:ext>
            </a:extLst>
          </p:cNvPr>
          <p:cNvCxnSpPr/>
          <p:nvPr/>
        </p:nvCxnSpPr>
        <p:spPr>
          <a:xfrm>
            <a:off x="15645513" y="3230814"/>
            <a:ext cx="1027080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ff_dense_2_1_2_1">
            <a:extLst>
              <a:ext uri="{FF2B5EF4-FFF2-40B4-BE49-F238E27FC236}">
                <a16:creationId xmlns:a16="http://schemas.microsoft.com/office/drawing/2014/main" id="{074322EA-4B3A-9566-88C8-1BDA2D3EAD75}"/>
              </a:ext>
            </a:extLst>
          </p:cNvPr>
          <p:cNvCxnSpPr/>
          <p:nvPr/>
        </p:nvCxnSpPr>
        <p:spPr>
          <a:xfrm>
            <a:off x="15645513" y="3230814"/>
            <a:ext cx="1146740" cy="11965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ff_dense_2_1_2_2">
            <a:extLst>
              <a:ext uri="{FF2B5EF4-FFF2-40B4-BE49-F238E27FC236}">
                <a16:creationId xmlns:a16="http://schemas.microsoft.com/office/drawing/2014/main" id="{46A20052-5CE1-316E-EB2D-7D2CCF59544F}"/>
              </a:ext>
            </a:extLst>
          </p:cNvPr>
          <p:cNvCxnSpPr/>
          <p:nvPr/>
        </p:nvCxnSpPr>
        <p:spPr>
          <a:xfrm>
            <a:off x="15645513" y="3230814"/>
            <a:ext cx="1266400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ff_dense_2_1_2_3">
            <a:extLst>
              <a:ext uri="{FF2B5EF4-FFF2-40B4-BE49-F238E27FC236}">
                <a16:creationId xmlns:a16="http://schemas.microsoft.com/office/drawing/2014/main" id="{3B5CF405-412E-3702-793B-D3579E551279}"/>
              </a:ext>
            </a:extLst>
          </p:cNvPr>
          <p:cNvCxnSpPr/>
          <p:nvPr/>
        </p:nvCxnSpPr>
        <p:spPr>
          <a:xfrm flipV="1">
            <a:off x="15645513" y="3111154"/>
            <a:ext cx="1386060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ff_dense_2_1_2_4">
            <a:extLst>
              <a:ext uri="{FF2B5EF4-FFF2-40B4-BE49-F238E27FC236}">
                <a16:creationId xmlns:a16="http://schemas.microsoft.com/office/drawing/2014/main" id="{0A8BC2ED-5EC7-B787-E26D-958E89AFFD58}"/>
              </a:ext>
            </a:extLst>
          </p:cNvPr>
          <p:cNvCxnSpPr/>
          <p:nvPr/>
        </p:nvCxnSpPr>
        <p:spPr>
          <a:xfrm flipV="1">
            <a:off x="15645513" y="2991494"/>
            <a:ext cx="150571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ff_dense_2_1_3_0">
            <a:extLst>
              <a:ext uri="{FF2B5EF4-FFF2-40B4-BE49-F238E27FC236}">
                <a16:creationId xmlns:a16="http://schemas.microsoft.com/office/drawing/2014/main" id="{E31B4A0A-B111-4CF3-FECB-51CA6163B5BC}"/>
              </a:ext>
            </a:extLst>
          </p:cNvPr>
          <p:cNvCxnSpPr/>
          <p:nvPr/>
        </p:nvCxnSpPr>
        <p:spPr>
          <a:xfrm>
            <a:off x="15765174" y="3111154"/>
            <a:ext cx="90741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ff_dense_2_1_3_1">
            <a:extLst>
              <a:ext uri="{FF2B5EF4-FFF2-40B4-BE49-F238E27FC236}">
                <a16:creationId xmlns:a16="http://schemas.microsoft.com/office/drawing/2014/main" id="{A08ECAA0-20AB-9166-1A78-48237C25F820}"/>
              </a:ext>
            </a:extLst>
          </p:cNvPr>
          <p:cNvCxnSpPr/>
          <p:nvPr/>
        </p:nvCxnSpPr>
        <p:spPr>
          <a:xfrm>
            <a:off x="15765174" y="3111154"/>
            <a:ext cx="1027079" cy="23931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ff_dense_2_1_3_2">
            <a:extLst>
              <a:ext uri="{FF2B5EF4-FFF2-40B4-BE49-F238E27FC236}">
                <a16:creationId xmlns:a16="http://schemas.microsoft.com/office/drawing/2014/main" id="{D19F9208-B877-AA5F-2BED-2F940451165B}"/>
              </a:ext>
            </a:extLst>
          </p:cNvPr>
          <p:cNvCxnSpPr/>
          <p:nvPr/>
        </p:nvCxnSpPr>
        <p:spPr>
          <a:xfrm>
            <a:off x="15765174" y="3111154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ff_dense_2_1_3_3">
            <a:extLst>
              <a:ext uri="{FF2B5EF4-FFF2-40B4-BE49-F238E27FC236}">
                <a16:creationId xmlns:a16="http://schemas.microsoft.com/office/drawing/2014/main" id="{FEE29C8B-E722-7116-D5C7-7490AB8DACCA}"/>
              </a:ext>
            </a:extLst>
          </p:cNvPr>
          <p:cNvCxnSpPr/>
          <p:nvPr/>
        </p:nvCxnSpPr>
        <p:spPr>
          <a:xfrm>
            <a:off x="15765174" y="3111154"/>
            <a:ext cx="1266399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ff_dense_2_1_3_4">
            <a:extLst>
              <a:ext uri="{FF2B5EF4-FFF2-40B4-BE49-F238E27FC236}">
                <a16:creationId xmlns:a16="http://schemas.microsoft.com/office/drawing/2014/main" id="{175646CA-062F-57B3-98F4-7FB1E121E1F8}"/>
              </a:ext>
            </a:extLst>
          </p:cNvPr>
          <p:cNvCxnSpPr/>
          <p:nvPr/>
        </p:nvCxnSpPr>
        <p:spPr>
          <a:xfrm flipV="1">
            <a:off x="15765174" y="2991494"/>
            <a:ext cx="1386058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ff_dense_2_1_4_0">
            <a:extLst>
              <a:ext uri="{FF2B5EF4-FFF2-40B4-BE49-F238E27FC236}">
                <a16:creationId xmlns:a16="http://schemas.microsoft.com/office/drawing/2014/main" id="{3F0F2D5A-7A0E-4B8C-7456-C0F2215FB201}"/>
              </a:ext>
            </a:extLst>
          </p:cNvPr>
          <p:cNvCxnSpPr/>
          <p:nvPr/>
        </p:nvCxnSpPr>
        <p:spPr>
          <a:xfrm>
            <a:off x="15884834" y="2991494"/>
            <a:ext cx="787759" cy="47863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ff_dense_2_1_4_1">
            <a:extLst>
              <a:ext uri="{FF2B5EF4-FFF2-40B4-BE49-F238E27FC236}">
                <a16:creationId xmlns:a16="http://schemas.microsoft.com/office/drawing/2014/main" id="{7D3C9D3D-A545-BD8F-2776-F471A3FF65CE}"/>
              </a:ext>
            </a:extLst>
          </p:cNvPr>
          <p:cNvCxnSpPr/>
          <p:nvPr/>
        </p:nvCxnSpPr>
        <p:spPr>
          <a:xfrm>
            <a:off x="15884834" y="2991494"/>
            <a:ext cx="907419" cy="358979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ff_dense_2_1_4_2">
            <a:extLst>
              <a:ext uri="{FF2B5EF4-FFF2-40B4-BE49-F238E27FC236}">
                <a16:creationId xmlns:a16="http://schemas.microsoft.com/office/drawing/2014/main" id="{C2A42393-7E9D-9E82-37BD-582F2F716966}"/>
              </a:ext>
            </a:extLst>
          </p:cNvPr>
          <p:cNvCxnSpPr/>
          <p:nvPr/>
        </p:nvCxnSpPr>
        <p:spPr>
          <a:xfrm>
            <a:off x="15884834" y="2991494"/>
            <a:ext cx="1027079" cy="23932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ff_dense_2_1_4_3">
            <a:extLst>
              <a:ext uri="{FF2B5EF4-FFF2-40B4-BE49-F238E27FC236}">
                <a16:creationId xmlns:a16="http://schemas.microsoft.com/office/drawing/2014/main" id="{8781A15A-5AA4-481F-FF9B-44B2DAEBA98D}"/>
              </a:ext>
            </a:extLst>
          </p:cNvPr>
          <p:cNvCxnSpPr/>
          <p:nvPr/>
        </p:nvCxnSpPr>
        <p:spPr>
          <a:xfrm>
            <a:off x="15884834" y="2991494"/>
            <a:ext cx="1146739" cy="11966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ff_dense_2_1_4_4">
            <a:extLst>
              <a:ext uri="{FF2B5EF4-FFF2-40B4-BE49-F238E27FC236}">
                <a16:creationId xmlns:a16="http://schemas.microsoft.com/office/drawing/2014/main" id="{0D013315-DAE3-D380-B60C-D208BF6A4B37}"/>
              </a:ext>
            </a:extLst>
          </p:cNvPr>
          <p:cNvCxnSpPr/>
          <p:nvPr/>
        </p:nvCxnSpPr>
        <p:spPr>
          <a:xfrm>
            <a:off x="15884834" y="2991494"/>
            <a:ext cx="1266398" cy="0"/>
          </a:xfrm>
          <a:prstGeom prst="line">
            <a:avLst/>
          </a:prstGeom>
          <a:ln w="17949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ff_activation_flow_2">
            <a:extLst>
              <a:ext uri="{FF2B5EF4-FFF2-40B4-BE49-F238E27FC236}">
                <a16:creationId xmlns:a16="http://schemas.microsoft.com/office/drawing/2014/main" id="{5889D74E-01E9-089F-6A4B-25CC633813EB}"/>
              </a:ext>
            </a:extLst>
          </p:cNvPr>
          <p:cNvCxnSpPr/>
          <p:nvPr/>
        </p:nvCxnSpPr>
        <p:spPr>
          <a:xfrm>
            <a:off x="13830674" y="3210870"/>
            <a:ext cx="1266398" cy="0"/>
          </a:xfrm>
          <a:prstGeom prst="line">
            <a:avLst/>
          </a:prstGeom>
          <a:ln w="29915">
            <a:solidFill>
              <a:srgbClr val="B7B7B7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attn_query_curve_0">
            <a:extLst>
              <a:ext uri="{FF2B5EF4-FFF2-40B4-BE49-F238E27FC236}">
                <a16:creationId xmlns:a16="http://schemas.microsoft.com/office/drawing/2014/main" id="{38D8FCB0-E20E-ECB0-E3C5-2B1FC20BE9BB}"/>
              </a:ext>
            </a:extLst>
          </p:cNvPr>
          <p:cNvSpPr/>
          <p:nvPr/>
        </p:nvSpPr>
        <p:spPr>
          <a:xfrm>
            <a:off x="11666827" y="4876135"/>
            <a:ext cx="1037052" cy="159547"/>
          </a:xfrm>
          <a:custGeom>
            <a:avLst/>
            <a:gdLst/>
            <a:ahLst/>
            <a:cxnLst/>
            <a:rect l="0" t="0" r="0" b="0"/>
            <a:pathLst>
              <a:path w="1037052" h="159547">
                <a:moveTo>
                  <a:pt x="0" y="159546"/>
                </a:moveTo>
                <a:lnTo>
                  <a:pt x="38170" y="149176"/>
                </a:lnTo>
                <a:lnTo>
                  <a:pt x="74149" y="140222"/>
                </a:lnTo>
                <a:lnTo>
                  <a:pt x="108091" y="132586"/>
                </a:lnTo>
                <a:lnTo>
                  <a:pt x="140149" y="126172"/>
                </a:lnTo>
                <a:lnTo>
                  <a:pt x="170477" y="120881"/>
                </a:lnTo>
                <a:lnTo>
                  <a:pt x="199228" y="116616"/>
                </a:lnTo>
                <a:lnTo>
                  <a:pt x="226556" y="113278"/>
                </a:lnTo>
                <a:lnTo>
                  <a:pt x="252613" y="110771"/>
                </a:lnTo>
                <a:lnTo>
                  <a:pt x="277555" y="108996"/>
                </a:lnTo>
                <a:lnTo>
                  <a:pt x="301533" y="107857"/>
                </a:lnTo>
                <a:lnTo>
                  <a:pt x="324702" y="107255"/>
                </a:lnTo>
                <a:lnTo>
                  <a:pt x="347216" y="107091"/>
                </a:lnTo>
                <a:lnTo>
                  <a:pt x="369226" y="107271"/>
                </a:lnTo>
                <a:lnTo>
                  <a:pt x="390888" y="107694"/>
                </a:lnTo>
                <a:lnTo>
                  <a:pt x="412355" y="108264"/>
                </a:lnTo>
                <a:lnTo>
                  <a:pt x="433779" y="108882"/>
                </a:lnTo>
                <a:lnTo>
                  <a:pt x="455316" y="109452"/>
                </a:lnTo>
                <a:lnTo>
                  <a:pt x="477118" y="109876"/>
                </a:lnTo>
                <a:lnTo>
                  <a:pt x="499338" y="110055"/>
                </a:lnTo>
                <a:lnTo>
                  <a:pt x="522131" y="109892"/>
                </a:lnTo>
                <a:lnTo>
                  <a:pt x="545648" y="109289"/>
                </a:lnTo>
                <a:lnTo>
                  <a:pt x="570045" y="108150"/>
                </a:lnTo>
                <a:lnTo>
                  <a:pt x="595475" y="106375"/>
                </a:lnTo>
                <a:lnTo>
                  <a:pt x="622091" y="103868"/>
                </a:lnTo>
                <a:lnTo>
                  <a:pt x="650046" y="100531"/>
                </a:lnTo>
                <a:lnTo>
                  <a:pt x="679495" y="96265"/>
                </a:lnTo>
                <a:lnTo>
                  <a:pt x="710590" y="90974"/>
                </a:lnTo>
                <a:lnTo>
                  <a:pt x="743485" y="84560"/>
                </a:lnTo>
                <a:lnTo>
                  <a:pt x="778334" y="76924"/>
                </a:lnTo>
                <a:lnTo>
                  <a:pt x="815291" y="67970"/>
                </a:lnTo>
                <a:lnTo>
                  <a:pt x="854507" y="57600"/>
                </a:lnTo>
                <a:lnTo>
                  <a:pt x="896139" y="45715"/>
                </a:lnTo>
                <a:lnTo>
                  <a:pt x="940337" y="32219"/>
                </a:lnTo>
                <a:lnTo>
                  <a:pt x="987256" y="17013"/>
                </a:lnTo>
                <a:lnTo>
                  <a:pt x="1037051" y="0"/>
                </a:lnTo>
              </a:path>
            </a:pathLst>
          </a:custGeom>
          <a:ln w="31909">
            <a:solidFill>
              <a:srgbClr val="66C4D8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attn_key_curve_0">
            <a:extLst>
              <a:ext uri="{FF2B5EF4-FFF2-40B4-BE49-F238E27FC236}">
                <a16:creationId xmlns:a16="http://schemas.microsoft.com/office/drawing/2014/main" id="{7153FA8C-CAB8-3A37-37E2-640387BE41EB}"/>
              </a:ext>
            </a:extLst>
          </p:cNvPr>
          <p:cNvSpPr/>
          <p:nvPr/>
        </p:nvSpPr>
        <p:spPr>
          <a:xfrm>
            <a:off x="11666827" y="5035681"/>
            <a:ext cx="1186627" cy="1326231"/>
          </a:xfrm>
          <a:custGeom>
            <a:avLst/>
            <a:gdLst/>
            <a:ahLst/>
            <a:cxnLst/>
            <a:rect l="0" t="0" r="0" b="0"/>
            <a:pathLst>
              <a:path w="1186627" h="1326231">
                <a:moveTo>
                  <a:pt x="0" y="0"/>
                </a:moveTo>
                <a:lnTo>
                  <a:pt x="44768" y="7646"/>
                </a:lnTo>
                <a:lnTo>
                  <a:pt x="86887" y="20141"/>
                </a:lnTo>
                <a:lnTo>
                  <a:pt x="126538" y="37207"/>
                </a:lnTo>
                <a:lnTo>
                  <a:pt x="163905" y="58563"/>
                </a:lnTo>
                <a:lnTo>
                  <a:pt x="199171" y="83931"/>
                </a:lnTo>
                <a:lnTo>
                  <a:pt x="232518" y="113032"/>
                </a:lnTo>
                <a:lnTo>
                  <a:pt x="264128" y="145586"/>
                </a:lnTo>
                <a:lnTo>
                  <a:pt x="294186" y="181316"/>
                </a:lnTo>
                <a:lnTo>
                  <a:pt x="322874" y="219941"/>
                </a:lnTo>
                <a:lnTo>
                  <a:pt x="350374" y="261182"/>
                </a:lnTo>
                <a:lnTo>
                  <a:pt x="376869" y="304761"/>
                </a:lnTo>
                <a:lnTo>
                  <a:pt x="402542" y="350398"/>
                </a:lnTo>
                <a:lnTo>
                  <a:pt x="427576" y="397814"/>
                </a:lnTo>
                <a:lnTo>
                  <a:pt x="452154" y="446730"/>
                </a:lnTo>
                <a:lnTo>
                  <a:pt x="476458" y="496868"/>
                </a:lnTo>
                <a:lnTo>
                  <a:pt x="500672" y="547947"/>
                </a:lnTo>
                <a:lnTo>
                  <a:pt x="524978" y="599689"/>
                </a:lnTo>
                <a:lnTo>
                  <a:pt x="549558" y="651815"/>
                </a:lnTo>
                <a:lnTo>
                  <a:pt x="574596" y="704045"/>
                </a:lnTo>
                <a:lnTo>
                  <a:pt x="600275" y="756102"/>
                </a:lnTo>
                <a:lnTo>
                  <a:pt x="626778" y="807704"/>
                </a:lnTo>
                <a:lnTo>
                  <a:pt x="654285" y="858574"/>
                </a:lnTo>
                <a:lnTo>
                  <a:pt x="682983" y="908432"/>
                </a:lnTo>
                <a:lnTo>
                  <a:pt x="713051" y="957000"/>
                </a:lnTo>
                <a:lnTo>
                  <a:pt x="744675" y="1003997"/>
                </a:lnTo>
                <a:lnTo>
                  <a:pt x="778036" y="1049146"/>
                </a:lnTo>
                <a:lnTo>
                  <a:pt x="813317" y="1092166"/>
                </a:lnTo>
                <a:lnTo>
                  <a:pt x="850700" y="1132780"/>
                </a:lnTo>
                <a:lnTo>
                  <a:pt x="890370" y="1170707"/>
                </a:lnTo>
                <a:lnTo>
                  <a:pt x="932509" y="1205669"/>
                </a:lnTo>
                <a:lnTo>
                  <a:pt x="977298" y="1237386"/>
                </a:lnTo>
                <a:lnTo>
                  <a:pt x="1024922" y="1265580"/>
                </a:lnTo>
                <a:lnTo>
                  <a:pt x="1075562" y="1289971"/>
                </a:lnTo>
                <a:lnTo>
                  <a:pt x="1129403" y="1310281"/>
                </a:lnTo>
                <a:lnTo>
                  <a:pt x="1186626" y="1326230"/>
                </a:lnTo>
              </a:path>
            </a:pathLst>
          </a:custGeom>
          <a:ln w="31909">
            <a:solidFill>
              <a:srgbClr val="66C4D8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0" name="attn_value_curve_0">
            <a:extLst>
              <a:ext uri="{FF2B5EF4-FFF2-40B4-BE49-F238E27FC236}">
                <a16:creationId xmlns:a16="http://schemas.microsoft.com/office/drawing/2014/main" id="{45334E8B-AFF1-A208-7DDA-09E046C9FF74}"/>
              </a:ext>
            </a:extLst>
          </p:cNvPr>
          <p:cNvSpPr/>
          <p:nvPr/>
        </p:nvSpPr>
        <p:spPr>
          <a:xfrm>
            <a:off x="11666827" y="5035681"/>
            <a:ext cx="1037052" cy="2054161"/>
          </a:xfrm>
          <a:custGeom>
            <a:avLst/>
            <a:gdLst/>
            <a:ahLst/>
            <a:cxnLst/>
            <a:rect l="0" t="0" r="0" b="0"/>
            <a:pathLst>
              <a:path w="1037052" h="2054161">
                <a:moveTo>
                  <a:pt x="0" y="0"/>
                </a:moveTo>
                <a:lnTo>
                  <a:pt x="45690" y="15207"/>
                </a:lnTo>
                <a:lnTo>
                  <a:pt x="88839" y="38283"/>
                </a:lnTo>
                <a:lnTo>
                  <a:pt x="129592" y="68745"/>
                </a:lnTo>
                <a:lnTo>
                  <a:pt x="168095" y="106109"/>
                </a:lnTo>
                <a:lnTo>
                  <a:pt x="204491" y="149895"/>
                </a:lnTo>
                <a:lnTo>
                  <a:pt x="238927" y="199618"/>
                </a:lnTo>
                <a:lnTo>
                  <a:pt x="271547" y="254796"/>
                </a:lnTo>
                <a:lnTo>
                  <a:pt x="302497" y="314946"/>
                </a:lnTo>
                <a:lnTo>
                  <a:pt x="331923" y="379585"/>
                </a:lnTo>
                <a:lnTo>
                  <a:pt x="359968" y="448230"/>
                </a:lnTo>
                <a:lnTo>
                  <a:pt x="386777" y="520399"/>
                </a:lnTo>
                <a:lnTo>
                  <a:pt x="412497" y="595609"/>
                </a:lnTo>
                <a:lnTo>
                  <a:pt x="437272" y="673376"/>
                </a:lnTo>
                <a:lnTo>
                  <a:pt x="461248" y="753219"/>
                </a:lnTo>
                <a:lnTo>
                  <a:pt x="484569" y="834654"/>
                </a:lnTo>
                <a:lnTo>
                  <a:pt x="507381" y="917198"/>
                </a:lnTo>
                <a:lnTo>
                  <a:pt x="529829" y="1000368"/>
                </a:lnTo>
                <a:lnTo>
                  <a:pt x="552057" y="1083683"/>
                </a:lnTo>
                <a:lnTo>
                  <a:pt x="574212" y="1166658"/>
                </a:lnTo>
                <a:lnTo>
                  <a:pt x="596438" y="1248811"/>
                </a:lnTo>
                <a:lnTo>
                  <a:pt x="618880" y="1329660"/>
                </a:lnTo>
                <a:lnTo>
                  <a:pt x="641684" y="1408721"/>
                </a:lnTo>
                <a:lnTo>
                  <a:pt x="664993" y="1485512"/>
                </a:lnTo>
                <a:lnTo>
                  <a:pt x="688955" y="1559549"/>
                </a:lnTo>
                <a:lnTo>
                  <a:pt x="713713" y="1630350"/>
                </a:lnTo>
                <a:lnTo>
                  <a:pt x="739414" y="1697433"/>
                </a:lnTo>
                <a:lnTo>
                  <a:pt x="766202" y="1760313"/>
                </a:lnTo>
                <a:lnTo>
                  <a:pt x="794222" y="1818510"/>
                </a:lnTo>
                <a:lnTo>
                  <a:pt x="823618" y="1871538"/>
                </a:lnTo>
                <a:lnTo>
                  <a:pt x="854537" y="1918918"/>
                </a:lnTo>
                <a:lnTo>
                  <a:pt x="887125" y="1960163"/>
                </a:lnTo>
                <a:lnTo>
                  <a:pt x="921524" y="1994793"/>
                </a:lnTo>
                <a:lnTo>
                  <a:pt x="957882" y="2022325"/>
                </a:lnTo>
                <a:lnTo>
                  <a:pt x="996343" y="2042275"/>
                </a:lnTo>
                <a:lnTo>
                  <a:pt x="1037051" y="2054160"/>
                </a:lnTo>
              </a:path>
            </a:pathLst>
          </a:custGeom>
          <a:ln w="31909">
            <a:solidFill>
              <a:srgbClr val="66C4D8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attn_query_curve_1">
            <a:extLst>
              <a:ext uri="{FF2B5EF4-FFF2-40B4-BE49-F238E27FC236}">
                <a16:creationId xmlns:a16="http://schemas.microsoft.com/office/drawing/2014/main" id="{8325D781-86B6-A7CC-F9AC-CDC0135BAF30}"/>
              </a:ext>
            </a:extLst>
          </p:cNvPr>
          <p:cNvSpPr/>
          <p:nvPr/>
        </p:nvSpPr>
        <p:spPr>
          <a:xfrm>
            <a:off x="11666827" y="4876135"/>
            <a:ext cx="1037052" cy="1116826"/>
          </a:xfrm>
          <a:custGeom>
            <a:avLst/>
            <a:gdLst/>
            <a:ahLst/>
            <a:cxnLst/>
            <a:rect l="0" t="0" r="0" b="0"/>
            <a:pathLst>
              <a:path w="1037052" h="1116826">
                <a:moveTo>
                  <a:pt x="0" y="1116825"/>
                </a:moveTo>
                <a:lnTo>
                  <a:pt x="38170" y="1104154"/>
                </a:lnTo>
                <a:lnTo>
                  <a:pt x="74149" y="1088480"/>
                </a:lnTo>
                <a:lnTo>
                  <a:pt x="108091" y="1069971"/>
                </a:lnTo>
                <a:lnTo>
                  <a:pt x="140149" y="1048798"/>
                </a:lnTo>
                <a:lnTo>
                  <a:pt x="170477" y="1025132"/>
                </a:lnTo>
                <a:lnTo>
                  <a:pt x="199228" y="999142"/>
                </a:lnTo>
                <a:lnTo>
                  <a:pt x="226556" y="970999"/>
                </a:lnTo>
                <a:lnTo>
                  <a:pt x="252613" y="940874"/>
                </a:lnTo>
                <a:lnTo>
                  <a:pt x="277555" y="908935"/>
                </a:lnTo>
                <a:lnTo>
                  <a:pt x="301533" y="875354"/>
                </a:lnTo>
                <a:lnTo>
                  <a:pt x="324702" y="840301"/>
                </a:lnTo>
                <a:lnTo>
                  <a:pt x="347216" y="803945"/>
                </a:lnTo>
                <a:lnTo>
                  <a:pt x="369226" y="766459"/>
                </a:lnTo>
                <a:lnTo>
                  <a:pt x="390888" y="728010"/>
                </a:lnTo>
                <a:lnTo>
                  <a:pt x="412355" y="688771"/>
                </a:lnTo>
                <a:lnTo>
                  <a:pt x="433779" y="648910"/>
                </a:lnTo>
                <a:lnTo>
                  <a:pt x="455316" y="608599"/>
                </a:lnTo>
                <a:lnTo>
                  <a:pt x="477118" y="568007"/>
                </a:lnTo>
                <a:lnTo>
                  <a:pt x="499338" y="527305"/>
                </a:lnTo>
                <a:lnTo>
                  <a:pt x="522131" y="486663"/>
                </a:lnTo>
                <a:lnTo>
                  <a:pt x="545648" y="446251"/>
                </a:lnTo>
                <a:lnTo>
                  <a:pt x="570045" y="406240"/>
                </a:lnTo>
                <a:lnTo>
                  <a:pt x="595475" y="366800"/>
                </a:lnTo>
                <a:lnTo>
                  <a:pt x="622091" y="328100"/>
                </a:lnTo>
                <a:lnTo>
                  <a:pt x="650046" y="290312"/>
                </a:lnTo>
                <a:lnTo>
                  <a:pt x="679495" y="253605"/>
                </a:lnTo>
                <a:lnTo>
                  <a:pt x="710590" y="218150"/>
                </a:lnTo>
                <a:lnTo>
                  <a:pt x="743485" y="184117"/>
                </a:lnTo>
                <a:lnTo>
                  <a:pt x="778334" y="151676"/>
                </a:lnTo>
                <a:lnTo>
                  <a:pt x="815291" y="120997"/>
                </a:lnTo>
                <a:lnTo>
                  <a:pt x="854507" y="92252"/>
                </a:lnTo>
                <a:lnTo>
                  <a:pt x="896139" y="65609"/>
                </a:lnTo>
                <a:lnTo>
                  <a:pt x="940337" y="41239"/>
                </a:lnTo>
                <a:lnTo>
                  <a:pt x="987256" y="19313"/>
                </a:lnTo>
                <a:lnTo>
                  <a:pt x="1037051" y="0"/>
                </a:lnTo>
              </a:path>
            </a:pathLst>
          </a:custGeom>
          <a:ln w="31909">
            <a:solidFill>
              <a:srgbClr val="008D8B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attn_key_curve_1">
            <a:extLst>
              <a:ext uri="{FF2B5EF4-FFF2-40B4-BE49-F238E27FC236}">
                <a16:creationId xmlns:a16="http://schemas.microsoft.com/office/drawing/2014/main" id="{C78F1083-21EF-7633-FB8A-24C8FB41416C}"/>
              </a:ext>
            </a:extLst>
          </p:cNvPr>
          <p:cNvSpPr/>
          <p:nvPr/>
        </p:nvSpPr>
        <p:spPr>
          <a:xfrm>
            <a:off x="11666827" y="5992960"/>
            <a:ext cx="1186627" cy="368952"/>
          </a:xfrm>
          <a:custGeom>
            <a:avLst/>
            <a:gdLst/>
            <a:ahLst/>
            <a:cxnLst/>
            <a:rect l="0" t="0" r="0" b="0"/>
            <a:pathLst>
              <a:path w="1186627" h="368952">
                <a:moveTo>
                  <a:pt x="0" y="0"/>
                </a:moveTo>
                <a:lnTo>
                  <a:pt x="44768" y="5346"/>
                </a:lnTo>
                <a:lnTo>
                  <a:pt x="86887" y="11120"/>
                </a:lnTo>
                <a:lnTo>
                  <a:pt x="126538" y="17312"/>
                </a:lnTo>
                <a:lnTo>
                  <a:pt x="163905" y="23910"/>
                </a:lnTo>
                <a:lnTo>
                  <a:pt x="199171" y="30903"/>
                </a:lnTo>
                <a:lnTo>
                  <a:pt x="232518" y="38280"/>
                </a:lnTo>
                <a:lnTo>
                  <a:pt x="264128" y="46029"/>
                </a:lnTo>
                <a:lnTo>
                  <a:pt x="294186" y="54139"/>
                </a:lnTo>
                <a:lnTo>
                  <a:pt x="322874" y="62600"/>
                </a:lnTo>
                <a:lnTo>
                  <a:pt x="350374" y="71400"/>
                </a:lnTo>
                <a:lnTo>
                  <a:pt x="376869" y="80528"/>
                </a:lnTo>
                <a:lnTo>
                  <a:pt x="402542" y="89973"/>
                </a:lnTo>
                <a:lnTo>
                  <a:pt x="427576" y="99723"/>
                </a:lnTo>
                <a:lnTo>
                  <a:pt x="452154" y="109767"/>
                </a:lnTo>
                <a:lnTo>
                  <a:pt x="476458" y="120096"/>
                </a:lnTo>
                <a:lnTo>
                  <a:pt x="500672" y="130696"/>
                </a:lnTo>
                <a:lnTo>
                  <a:pt x="524978" y="141557"/>
                </a:lnTo>
                <a:lnTo>
                  <a:pt x="549558" y="152668"/>
                </a:lnTo>
                <a:lnTo>
                  <a:pt x="574596" y="164017"/>
                </a:lnTo>
                <a:lnTo>
                  <a:pt x="600275" y="175594"/>
                </a:lnTo>
                <a:lnTo>
                  <a:pt x="626778" y="187387"/>
                </a:lnTo>
                <a:lnTo>
                  <a:pt x="654285" y="199385"/>
                </a:lnTo>
                <a:lnTo>
                  <a:pt x="682983" y="211578"/>
                </a:lnTo>
                <a:lnTo>
                  <a:pt x="713051" y="223952"/>
                </a:lnTo>
                <a:lnTo>
                  <a:pt x="744675" y="236499"/>
                </a:lnTo>
                <a:lnTo>
                  <a:pt x="778036" y="249206"/>
                </a:lnTo>
                <a:lnTo>
                  <a:pt x="813317" y="262063"/>
                </a:lnTo>
                <a:lnTo>
                  <a:pt x="850700" y="275057"/>
                </a:lnTo>
                <a:lnTo>
                  <a:pt x="890370" y="288179"/>
                </a:lnTo>
                <a:lnTo>
                  <a:pt x="932509" y="301417"/>
                </a:lnTo>
                <a:lnTo>
                  <a:pt x="977298" y="314759"/>
                </a:lnTo>
                <a:lnTo>
                  <a:pt x="1024922" y="328194"/>
                </a:lnTo>
                <a:lnTo>
                  <a:pt x="1075562" y="341712"/>
                </a:lnTo>
                <a:lnTo>
                  <a:pt x="1129403" y="355301"/>
                </a:lnTo>
                <a:lnTo>
                  <a:pt x="1186626" y="368951"/>
                </a:lnTo>
              </a:path>
            </a:pathLst>
          </a:custGeom>
          <a:ln w="31909">
            <a:solidFill>
              <a:srgbClr val="008D8B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attn_value_curve_1">
            <a:extLst>
              <a:ext uri="{FF2B5EF4-FFF2-40B4-BE49-F238E27FC236}">
                <a16:creationId xmlns:a16="http://schemas.microsoft.com/office/drawing/2014/main" id="{E333AFB3-167C-4312-BF8F-3C6BD6BB6019}"/>
              </a:ext>
            </a:extLst>
          </p:cNvPr>
          <p:cNvSpPr/>
          <p:nvPr/>
        </p:nvSpPr>
        <p:spPr>
          <a:xfrm>
            <a:off x="11666827" y="5992960"/>
            <a:ext cx="1037052" cy="1096882"/>
          </a:xfrm>
          <a:custGeom>
            <a:avLst/>
            <a:gdLst/>
            <a:ahLst/>
            <a:cxnLst/>
            <a:rect l="0" t="0" r="0" b="0"/>
            <a:pathLst>
              <a:path w="1037052" h="1096882">
                <a:moveTo>
                  <a:pt x="0" y="0"/>
                </a:moveTo>
                <a:lnTo>
                  <a:pt x="45690" y="12907"/>
                </a:lnTo>
                <a:lnTo>
                  <a:pt x="88839" y="29262"/>
                </a:lnTo>
                <a:lnTo>
                  <a:pt x="129592" y="48850"/>
                </a:lnTo>
                <a:lnTo>
                  <a:pt x="168095" y="71457"/>
                </a:lnTo>
                <a:lnTo>
                  <a:pt x="204491" y="96867"/>
                </a:lnTo>
                <a:lnTo>
                  <a:pt x="238927" y="124866"/>
                </a:lnTo>
                <a:lnTo>
                  <a:pt x="271547" y="155238"/>
                </a:lnTo>
                <a:lnTo>
                  <a:pt x="302497" y="187769"/>
                </a:lnTo>
                <a:lnTo>
                  <a:pt x="331923" y="222244"/>
                </a:lnTo>
                <a:lnTo>
                  <a:pt x="359968" y="258448"/>
                </a:lnTo>
                <a:lnTo>
                  <a:pt x="386777" y="296167"/>
                </a:lnTo>
                <a:lnTo>
                  <a:pt x="412497" y="335184"/>
                </a:lnTo>
                <a:lnTo>
                  <a:pt x="437272" y="375285"/>
                </a:lnTo>
                <a:lnTo>
                  <a:pt x="461248" y="416256"/>
                </a:lnTo>
                <a:lnTo>
                  <a:pt x="484569" y="457882"/>
                </a:lnTo>
                <a:lnTo>
                  <a:pt x="507381" y="499946"/>
                </a:lnTo>
                <a:lnTo>
                  <a:pt x="529829" y="542236"/>
                </a:lnTo>
                <a:lnTo>
                  <a:pt x="552057" y="584535"/>
                </a:lnTo>
                <a:lnTo>
                  <a:pt x="574212" y="626630"/>
                </a:lnTo>
                <a:lnTo>
                  <a:pt x="596438" y="668303"/>
                </a:lnTo>
                <a:lnTo>
                  <a:pt x="618880" y="709343"/>
                </a:lnTo>
                <a:lnTo>
                  <a:pt x="641684" y="749532"/>
                </a:lnTo>
                <a:lnTo>
                  <a:pt x="664993" y="788657"/>
                </a:lnTo>
                <a:lnTo>
                  <a:pt x="688955" y="826502"/>
                </a:lnTo>
                <a:lnTo>
                  <a:pt x="713713" y="862853"/>
                </a:lnTo>
                <a:lnTo>
                  <a:pt x="739414" y="897494"/>
                </a:lnTo>
                <a:lnTo>
                  <a:pt x="766202" y="930210"/>
                </a:lnTo>
                <a:lnTo>
                  <a:pt x="794222" y="960788"/>
                </a:lnTo>
                <a:lnTo>
                  <a:pt x="823618" y="989012"/>
                </a:lnTo>
                <a:lnTo>
                  <a:pt x="854537" y="1014666"/>
                </a:lnTo>
                <a:lnTo>
                  <a:pt x="887125" y="1037536"/>
                </a:lnTo>
                <a:lnTo>
                  <a:pt x="921524" y="1057407"/>
                </a:lnTo>
                <a:lnTo>
                  <a:pt x="957882" y="1074066"/>
                </a:lnTo>
                <a:lnTo>
                  <a:pt x="996343" y="1087295"/>
                </a:lnTo>
                <a:lnTo>
                  <a:pt x="1037051" y="1096881"/>
                </a:lnTo>
              </a:path>
            </a:pathLst>
          </a:custGeom>
          <a:ln w="31909">
            <a:solidFill>
              <a:srgbClr val="008D8B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4" name="attn_query_curve_2">
            <a:extLst>
              <a:ext uri="{FF2B5EF4-FFF2-40B4-BE49-F238E27FC236}">
                <a16:creationId xmlns:a16="http://schemas.microsoft.com/office/drawing/2014/main" id="{851C114C-C6DF-79E5-7D08-2D276574AD1E}"/>
              </a:ext>
            </a:extLst>
          </p:cNvPr>
          <p:cNvSpPr/>
          <p:nvPr/>
        </p:nvSpPr>
        <p:spPr>
          <a:xfrm>
            <a:off x="11666827" y="4876135"/>
            <a:ext cx="1037052" cy="2074104"/>
          </a:xfrm>
          <a:custGeom>
            <a:avLst/>
            <a:gdLst/>
            <a:ahLst/>
            <a:cxnLst/>
            <a:rect l="0" t="0" r="0" b="0"/>
            <a:pathLst>
              <a:path w="1037052" h="2074104">
                <a:moveTo>
                  <a:pt x="0" y="2074103"/>
                </a:moveTo>
                <a:lnTo>
                  <a:pt x="41609" y="2037545"/>
                </a:lnTo>
                <a:lnTo>
                  <a:pt x="81057" y="1996444"/>
                </a:lnTo>
                <a:lnTo>
                  <a:pt x="118473" y="1951091"/>
                </a:lnTo>
                <a:lnTo>
                  <a:pt x="153992" y="1901778"/>
                </a:lnTo>
                <a:lnTo>
                  <a:pt x="187746" y="1848796"/>
                </a:lnTo>
                <a:lnTo>
                  <a:pt x="219867" y="1792437"/>
                </a:lnTo>
                <a:lnTo>
                  <a:pt x="250487" y="1732993"/>
                </a:lnTo>
                <a:lnTo>
                  <a:pt x="279741" y="1670755"/>
                </a:lnTo>
                <a:lnTo>
                  <a:pt x="307759" y="1606015"/>
                </a:lnTo>
                <a:lnTo>
                  <a:pt x="334675" y="1539064"/>
                </a:lnTo>
                <a:lnTo>
                  <a:pt x="360621" y="1470195"/>
                </a:lnTo>
                <a:lnTo>
                  <a:pt x="385730" y="1399699"/>
                </a:lnTo>
                <a:lnTo>
                  <a:pt x="410134" y="1327867"/>
                </a:lnTo>
                <a:lnTo>
                  <a:pt x="433965" y="1254992"/>
                </a:lnTo>
                <a:lnTo>
                  <a:pt x="457358" y="1181364"/>
                </a:lnTo>
                <a:lnTo>
                  <a:pt x="480443" y="1107276"/>
                </a:lnTo>
                <a:lnTo>
                  <a:pt x="503354" y="1033019"/>
                </a:lnTo>
                <a:lnTo>
                  <a:pt x="526223" y="958885"/>
                </a:lnTo>
                <a:lnTo>
                  <a:pt x="549183" y="885165"/>
                </a:lnTo>
                <a:lnTo>
                  <a:pt x="572366" y="812152"/>
                </a:lnTo>
                <a:lnTo>
                  <a:pt x="595905" y="740136"/>
                </a:lnTo>
                <a:lnTo>
                  <a:pt x="619932" y="669409"/>
                </a:lnTo>
                <a:lnTo>
                  <a:pt x="644580" y="600264"/>
                </a:lnTo>
                <a:lnTo>
                  <a:pt x="669983" y="532991"/>
                </a:lnTo>
                <a:lnTo>
                  <a:pt x="696270" y="467883"/>
                </a:lnTo>
                <a:lnTo>
                  <a:pt x="723577" y="405230"/>
                </a:lnTo>
                <a:lnTo>
                  <a:pt x="752035" y="345325"/>
                </a:lnTo>
                <a:lnTo>
                  <a:pt x="781777" y="288460"/>
                </a:lnTo>
                <a:lnTo>
                  <a:pt x="812935" y="234926"/>
                </a:lnTo>
                <a:lnTo>
                  <a:pt x="845642" y="185013"/>
                </a:lnTo>
                <a:lnTo>
                  <a:pt x="880030" y="139016"/>
                </a:lnTo>
                <a:lnTo>
                  <a:pt x="916233" y="97224"/>
                </a:lnTo>
                <a:lnTo>
                  <a:pt x="954382" y="59930"/>
                </a:lnTo>
                <a:lnTo>
                  <a:pt x="994610" y="27425"/>
                </a:lnTo>
                <a:lnTo>
                  <a:pt x="1037051" y="0"/>
                </a:lnTo>
              </a:path>
            </a:pathLst>
          </a:custGeom>
          <a:ln w="31909">
            <a:solidFill>
              <a:srgbClr val="FFC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attn_key_curve_2">
            <a:extLst>
              <a:ext uri="{FF2B5EF4-FFF2-40B4-BE49-F238E27FC236}">
                <a16:creationId xmlns:a16="http://schemas.microsoft.com/office/drawing/2014/main" id="{E4327AE1-8AB9-BCC0-5C1C-FF6EC9A84171}"/>
              </a:ext>
            </a:extLst>
          </p:cNvPr>
          <p:cNvSpPr/>
          <p:nvPr/>
        </p:nvSpPr>
        <p:spPr>
          <a:xfrm>
            <a:off x="11666827" y="6341048"/>
            <a:ext cx="1186627" cy="612237"/>
          </a:xfrm>
          <a:custGeom>
            <a:avLst/>
            <a:gdLst/>
            <a:ahLst/>
            <a:cxnLst/>
            <a:rect l="0" t="0" r="0" b="0"/>
            <a:pathLst>
              <a:path w="1186627" h="612237">
                <a:moveTo>
                  <a:pt x="0" y="609190"/>
                </a:moveTo>
                <a:lnTo>
                  <a:pt x="44768" y="612236"/>
                </a:lnTo>
                <a:lnTo>
                  <a:pt x="86887" y="611290"/>
                </a:lnTo>
                <a:lnTo>
                  <a:pt x="126538" y="606609"/>
                </a:lnTo>
                <a:lnTo>
                  <a:pt x="163905" y="598449"/>
                </a:lnTo>
                <a:lnTo>
                  <a:pt x="199171" y="587066"/>
                </a:lnTo>
                <a:lnTo>
                  <a:pt x="232518" y="572718"/>
                </a:lnTo>
                <a:lnTo>
                  <a:pt x="264128" y="555662"/>
                </a:lnTo>
                <a:lnTo>
                  <a:pt x="294186" y="536154"/>
                </a:lnTo>
                <a:lnTo>
                  <a:pt x="322874" y="514451"/>
                </a:lnTo>
                <a:lnTo>
                  <a:pt x="350374" y="490809"/>
                </a:lnTo>
                <a:lnTo>
                  <a:pt x="376869" y="465486"/>
                </a:lnTo>
                <a:lnTo>
                  <a:pt x="402542" y="438738"/>
                </a:lnTo>
                <a:lnTo>
                  <a:pt x="427576" y="410823"/>
                </a:lnTo>
                <a:lnTo>
                  <a:pt x="452154" y="381996"/>
                </a:lnTo>
                <a:lnTo>
                  <a:pt x="476458" y="352514"/>
                </a:lnTo>
                <a:lnTo>
                  <a:pt x="500672" y="322635"/>
                </a:lnTo>
                <a:lnTo>
                  <a:pt x="524978" y="292615"/>
                </a:lnTo>
                <a:lnTo>
                  <a:pt x="549558" y="262711"/>
                </a:lnTo>
                <a:lnTo>
                  <a:pt x="574596" y="233179"/>
                </a:lnTo>
                <a:lnTo>
                  <a:pt x="600275" y="204277"/>
                </a:lnTo>
                <a:lnTo>
                  <a:pt x="626778" y="176260"/>
                </a:lnTo>
                <a:lnTo>
                  <a:pt x="654285" y="149388"/>
                </a:lnTo>
                <a:lnTo>
                  <a:pt x="682983" y="123914"/>
                </a:lnTo>
                <a:lnTo>
                  <a:pt x="713051" y="100096"/>
                </a:lnTo>
                <a:lnTo>
                  <a:pt x="744675" y="78192"/>
                </a:lnTo>
                <a:lnTo>
                  <a:pt x="778036" y="58458"/>
                </a:lnTo>
                <a:lnTo>
                  <a:pt x="813317" y="41150"/>
                </a:lnTo>
                <a:lnTo>
                  <a:pt x="850700" y="26527"/>
                </a:lnTo>
                <a:lnTo>
                  <a:pt x="890370" y="14843"/>
                </a:lnTo>
                <a:lnTo>
                  <a:pt x="932509" y="6356"/>
                </a:lnTo>
                <a:lnTo>
                  <a:pt x="977298" y="1323"/>
                </a:lnTo>
                <a:lnTo>
                  <a:pt x="1024922" y="0"/>
                </a:lnTo>
                <a:lnTo>
                  <a:pt x="1075562" y="2645"/>
                </a:lnTo>
                <a:lnTo>
                  <a:pt x="1129403" y="9513"/>
                </a:lnTo>
                <a:lnTo>
                  <a:pt x="1186626" y="20863"/>
                </a:lnTo>
              </a:path>
            </a:pathLst>
          </a:custGeom>
          <a:ln w="31909">
            <a:solidFill>
              <a:srgbClr val="FFC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attn_value_curve_2">
            <a:extLst>
              <a:ext uri="{FF2B5EF4-FFF2-40B4-BE49-F238E27FC236}">
                <a16:creationId xmlns:a16="http://schemas.microsoft.com/office/drawing/2014/main" id="{4DBF9DD6-2B9A-E910-7BB6-7138EDADC19A}"/>
              </a:ext>
            </a:extLst>
          </p:cNvPr>
          <p:cNvSpPr/>
          <p:nvPr/>
        </p:nvSpPr>
        <p:spPr>
          <a:xfrm>
            <a:off x="11666827" y="6950238"/>
            <a:ext cx="1037052" cy="139604"/>
          </a:xfrm>
          <a:custGeom>
            <a:avLst/>
            <a:gdLst/>
            <a:ahLst/>
            <a:cxnLst/>
            <a:rect l="0" t="0" r="0" b="0"/>
            <a:pathLst>
              <a:path w="1037052" h="139604">
                <a:moveTo>
                  <a:pt x="0" y="0"/>
                </a:moveTo>
                <a:lnTo>
                  <a:pt x="45690" y="10607"/>
                </a:lnTo>
                <a:lnTo>
                  <a:pt x="88839" y="20242"/>
                </a:lnTo>
                <a:lnTo>
                  <a:pt x="129592" y="28957"/>
                </a:lnTo>
                <a:lnTo>
                  <a:pt x="168095" y="36805"/>
                </a:lnTo>
                <a:lnTo>
                  <a:pt x="204491" y="43840"/>
                </a:lnTo>
                <a:lnTo>
                  <a:pt x="238927" y="50115"/>
                </a:lnTo>
                <a:lnTo>
                  <a:pt x="271547" y="55682"/>
                </a:lnTo>
                <a:lnTo>
                  <a:pt x="302497" y="60594"/>
                </a:lnTo>
                <a:lnTo>
                  <a:pt x="331923" y="64905"/>
                </a:lnTo>
                <a:lnTo>
                  <a:pt x="359968" y="68668"/>
                </a:lnTo>
                <a:lnTo>
                  <a:pt x="386777" y="71935"/>
                </a:lnTo>
                <a:lnTo>
                  <a:pt x="412497" y="74760"/>
                </a:lnTo>
                <a:lnTo>
                  <a:pt x="437272" y="77195"/>
                </a:lnTo>
                <a:lnTo>
                  <a:pt x="461248" y="79294"/>
                </a:lnTo>
                <a:lnTo>
                  <a:pt x="484569" y="81110"/>
                </a:lnTo>
                <a:lnTo>
                  <a:pt x="507381" y="82696"/>
                </a:lnTo>
                <a:lnTo>
                  <a:pt x="529829" y="84105"/>
                </a:lnTo>
                <a:lnTo>
                  <a:pt x="552057" y="85388"/>
                </a:lnTo>
                <a:lnTo>
                  <a:pt x="574212" y="86601"/>
                </a:lnTo>
                <a:lnTo>
                  <a:pt x="596438" y="87797"/>
                </a:lnTo>
                <a:lnTo>
                  <a:pt x="618880" y="89027"/>
                </a:lnTo>
                <a:lnTo>
                  <a:pt x="641684" y="90345"/>
                </a:lnTo>
                <a:lnTo>
                  <a:pt x="664993" y="91803"/>
                </a:lnTo>
                <a:lnTo>
                  <a:pt x="688955" y="93456"/>
                </a:lnTo>
                <a:lnTo>
                  <a:pt x="713713" y="95355"/>
                </a:lnTo>
                <a:lnTo>
                  <a:pt x="739414" y="97555"/>
                </a:lnTo>
                <a:lnTo>
                  <a:pt x="766202" y="100108"/>
                </a:lnTo>
                <a:lnTo>
                  <a:pt x="794222" y="103066"/>
                </a:lnTo>
                <a:lnTo>
                  <a:pt x="823618" y="106485"/>
                </a:lnTo>
                <a:lnTo>
                  <a:pt x="854537" y="110415"/>
                </a:lnTo>
                <a:lnTo>
                  <a:pt x="887125" y="114910"/>
                </a:lnTo>
                <a:lnTo>
                  <a:pt x="921524" y="120023"/>
                </a:lnTo>
                <a:lnTo>
                  <a:pt x="957882" y="125808"/>
                </a:lnTo>
                <a:lnTo>
                  <a:pt x="996343" y="132317"/>
                </a:lnTo>
                <a:lnTo>
                  <a:pt x="1037051" y="139603"/>
                </a:lnTo>
              </a:path>
            </a:pathLst>
          </a:custGeom>
          <a:ln w="31909">
            <a:solidFill>
              <a:srgbClr val="FFC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4" name="attn_query_arrow">
            <a:extLst>
              <a:ext uri="{FF2B5EF4-FFF2-40B4-BE49-F238E27FC236}">
                <a16:creationId xmlns:a16="http://schemas.microsoft.com/office/drawing/2014/main" id="{425C541C-AEA1-534D-4D92-0EECAEB8B0CD}"/>
              </a:ext>
            </a:extLst>
          </p:cNvPr>
          <p:cNvCxnSpPr/>
          <p:nvPr/>
        </p:nvCxnSpPr>
        <p:spPr>
          <a:xfrm>
            <a:off x="13192489" y="5145370"/>
            <a:ext cx="0" cy="249291"/>
          </a:xfrm>
          <a:prstGeom prst="line">
            <a:avLst/>
          </a:pr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attn_key_arrow">
            <a:extLst>
              <a:ext uri="{FF2B5EF4-FFF2-40B4-BE49-F238E27FC236}">
                <a16:creationId xmlns:a16="http://schemas.microsoft.com/office/drawing/2014/main" id="{01A012EB-5D4B-3B95-A1BF-AA85C8C9E7E5}"/>
              </a:ext>
            </a:extLst>
          </p:cNvPr>
          <p:cNvCxnSpPr/>
          <p:nvPr/>
        </p:nvCxnSpPr>
        <p:spPr>
          <a:xfrm flipV="1">
            <a:off x="13192489" y="5873300"/>
            <a:ext cx="0" cy="239320"/>
          </a:xfrm>
          <a:prstGeom prst="line">
            <a:avLst/>
          </a:pr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attn_mm_scale">
            <a:extLst>
              <a:ext uri="{FF2B5EF4-FFF2-40B4-BE49-F238E27FC236}">
                <a16:creationId xmlns:a16="http://schemas.microsoft.com/office/drawing/2014/main" id="{79C532F8-D824-8A89-CDDC-633197BB8BAB}"/>
              </a:ext>
            </a:extLst>
          </p:cNvPr>
          <p:cNvCxnSpPr>
            <a:cxnSpLocks/>
            <a:stCxn id="530" idx="3"/>
            <a:endCxn id="531" idx="1"/>
          </p:cNvCxnSpPr>
          <p:nvPr/>
        </p:nvCxnSpPr>
        <p:spPr>
          <a:xfrm>
            <a:off x="13780816" y="5633981"/>
            <a:ext cx="289178" cy="0"/>
          </a:xfrm>
          <a:prstGeom prst="straightConnector1">
            <a:avLst/>
          </a:prstGeom>
          <a:ln w="29915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attn_scale_map">
            <a:extLst>
              <a:ext uri="{FF2B5EF4-FFF2-40B4-BE49-F238E27FC236}">
                <a16:creationId xmlns:a16="http://schemas.microsoft.com/office/drawing/2014/main" id="{8870545D-2458-FE10-2C3E-A892FE312CDE}"/>
              </a:ext>
            </a:extLst>
          </p:cNvPr>
          <p:cNvCxnSpPr>
            <a:cxnSpLocks/>
            <a:stCxn id="531" idx="3"/>
            <a:endCxn id="1113" idx="1"/>
          </p:cNvCxnSpPr>
          <p:nvPr/>
        </p:nvCxnSpPr>
        <p:spPr>
          <a:xfrm flipV="1">
            <a:off x="14907613" y="5628995"/>
            <a:ext cx="279204" cy="4986"/>
          </a:xfrm>
          <a:prstGeom prst="straightConnector1">
            <a:avLst/>
          </a:prstGeom>
          <a:ln w="29915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attn_map_matmul2">
            <a:extLst>
              <a:ext uri="{FF2B5EF4-FFF2-40B4-BE49-F238E27FC236}">
                <a16:creationId xmlns:a16="http://schemas.microsoft.com/office/drawing/2014/main" id="{2FD06799-AF86-1BE0-79EF-5B3A807BEC96}"/>
              </a:ext>
            </a:extLst>
          </p:cNvPr>
          <p:cNvCxnSpPr>
            <a:cxnSpLocks/>
            <a:stCxn id="1113" idx="2"/>
            <a:endCxn id="1116" idx="0"/>
          </p:cNvCxnSpPr>
          <p:nvPr/>
        </p:nvCxnSpPr>
        <p:spPr>
          <a:xfrm>
            <a:off x="15909762" y="6341967"/>
            <a:ext cx="4986" cy="518526"/>
          </a:xfrm>
          <a:prstGeom prst="straightConnector1">
            <a:avLst/>
          </a:prstGeom>
          <a:ln w="29915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attn_value_arrow">
            <a:extLst>
              <a:ext uri="{FF2B5EF4-FFF2-40B4-BE49-F238E27FC236}">
                <a16:creationId xmlns:a16="http://schemas.microsoft.com/office/drawing/2014/main" id="{3E462BA6-ABD3-D257-51FF-1000BD5C3D07}"/>
              </a:ext>
            </a:extLst>
          </p:cNvPr>
          <p:cNvCxnSpPr/>
          <p:nvPr/>
        </p:nvCxnSpPr>
        <p:spPr>
          <a:xfrm>
            <a:off x="13661155" y="7079869"/>
            <a:ext cx="1675238" cy="0"/>
          </a:xfrm>
          <a:prstGeom prst="line">
            <a:avLst/>
          </a:pr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0" name="attn_output_curve_0">
            <a:extLst>
              <a:ext uri="{FF2B5EF4-FFF2-40B4-BE49-F238E27FC236}">
                <a16:creationId xmlns:a16="http://schemas.microsoft.com/office/drawing/2014/main" id="{24BF5F20-73E0-25B1-1681-DAB1F447458F}"/>
              </a:ext>
            </a:extLst>
          </p:cNvPr>
          <p:cNvSpPr/>
          <p:nvPr/>
        </p:nvSpPr>
        <p:spPr>
          <a:xfrm>
            <a:off x="16483132" y="5314888"/>
            <a:ext cx="618244" cy="1764982"/>
          </a:xfrm>
          <a:custGeom>
            <a:avLst/>
            <a:gdLst/>
            <a:ahLst/>
            <a:cxnLst/>
            <a:rect l="0" t="0" r="0" b="0"/>
            <a:pathLst>
              <a:path w="618244" h="1764982">
                <a:moveTo>
                  <a:pt x="0" y="1764981"/>
                </a:moveTo>
                <a:lnTo>
                  <a:pt x="35052" y="1760930"/>
                </a:lnTo>
                <a:lnTo>
                  <a:pt x="66841" y="1749087"/>
                </a:lnTo>
                <a:lnTo>
                  <a:pt x="95571" y="1729910"/>
                </a:lnTo>
                <a:lnTo>
                  <a:pt x="121442" y="1703860"/>
                </a:lnTo>
                <a:lnTo>
                  <a:pt x="144661" y="1671399"/>
                </a:lnTo>
                <a:lnTo>
                  <a:pt x="165432" y="1632986"/>
                </a:lnTo>
                <a:lnTo>
                  <a:pt x="183956" y="1589081"/>
                </a:lnTo>
                <a:lnTo>
                  <a:pt x="200440" y="1540146"/>
                </a:lnTo>
                <a:lnTo>
                  <a:pt x="215086" y="1486641"/>
                </a:lnTo>
                <a:lnTo>
                  <a:pt x="228098" y="1429027"/>
                </a:lnTo>
                <a:lnTo>
                  <a:pt x="239678" y="1367763"/>
                </a:lnTo>
                <a:lnTo>
                  <a:pt x="250034" y="1303310"/>
                </a:lnTo>
                <a:lnTo>
                  <a:pt x="259365" y="1236131"/>
                </a:lnTo>
                <a:lnTo>
                  <a:pt x="267878" y="1166682"/>
                </a:lnTo>
                <a:lnTo>
                  <a:pt x="275775" y="1095427"/>
                </a:lnTo>
                <a:lnTo>
                  <a:pt x="283262" y="1022826"/>
                </a:lnTo>
                <a:lnTo>
                  <a:pt x="290539" y="949338"/>
                </a:lnTo>
                <a:lnTo>
                  <a:pt x="297813" y="875424"/>
                </a:lnTo>
                <a:lnTo>
                  <a:pt x="305285" y="801546"/>
                </a:lnTo>
                <a:lnTo>
                  <a:pt x="313162" y="728163"/>
                </a:lnTo>
                <a:lnTo>
                  <a:pt x="321645" y="655735"/>
                </a:lnTo>
                <a:lnTo>
                  <a:pt x="330939" y="584724"/>
                </a:lnTo>
                <a:lnTo>
                  <a:pt x="341249" y="515590"/>
                </a:lnTo>
                <a:lnTo>
                  <a:pt x="352775" y="448794"/>
                </a:lnTo>
                <a:lnTo>
                  <a:pt x="365723" y="384795"/>
                </a:lnTo>
                <a:lnTo>
                  <a:pt x="380299" y="324054"/>
                </a:lnTo>
                <a:lnTo>
                  <a:pt x="396703" y="267033"/>
                </a:lnTo>
                <a:lnTo>
                  <a:pt x="415139" y="214191"/>
                </a:lnTo>
                <a:lnTo>
                  <a:pt x="435814" y="165988"/>
                </a:lnTo>
                <a:lnTo>
                  <a:pt x="458928" y="122886"/>
                </a:lnTo>
                <a:lnTo>
                  <a:pt x="484688" y="85345"/>
                </a:lnTo>
                <a:lnTo>
                  <a:pt x="513294" y="53826"/>
                </a:lnTo>
                <a:lnTo>
                  <a:pt x="544954" y="28788"/>
                </a:lnTo>
                <a:lnTo>
                  <a:pt x="579868" y="10692"/>
                </a:lnTo>
                <a:lnTo>
                  <a:pt x="618243" y="0"/>
                </a:lnTo>
              </a:path>
            </a:pathLst>
          </a:cu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attn_output_curve_1">
            <a:extLst>
              <a:ext uri="{FF2B5EF4-FFF2-40B4-BE49-F238E27FC236}">
                <a16:creationId xmlns:a16="http://schemas.microsoft.com/office/drawing/2014/main" id="{2BEB7E95-8B33-E3E0-984C-AD709AF86856}"/>
              </a:ext>
            </a:extLst>
          </p:cNvPr>
          <p:cNvSpPr/>
          <p:nvPr/>
        </p:nvSpPr>
        <p:spPr>
          <a:xfrm>
            <a:off x="16483132" y="6272166"/>
            <a:ext cx="618244" cy="807704"/>
          </a:xfrm>
          <a:custGeom>
            <a:avLst/>
            <a:gdLst/>
            <a:ahLst/>
            <a:cxnLst/>
            <a:rect l="0" t="0" r="0" b="0"/>
            <a:pathLst>
              <a:path w="618244" h="807704">
                <a:moveTo>
                  <a:pt x="0" y="807703"/>
                </a:moveTo>
                <a:lnTo>
                  <a:pt x="35052" y="805952"/>
                </a:lnTo>
                <a:lnTo>
                  <a:pt x="66841" y="800829"/>
                </a:lnTo>
                <a:lnTo>
                  <a:pt x="95571" y="792525"/>
                </a:lnTo>
                <a:lnTo>
                  <a:pt x="121442" y="781234"/>
                </a:lnTo>
                <a:lnTo>
                  <a:pt x="144661" y="767148"/>
                </a:lnTo>
                <a:lnTo>
                  <a:pt x="165432" y="750459"/>
                </a:lnTo>
                <a:lnTo>
                  <a:pt x="183956" y="731360"/>
                </a:lnTo>
                <a:lnTo>
                  <a:pt x="200440" y="710044"/>
                </a:lnTo>
                <a:lnTo>
                  <a:pt x="215086" y="686703"/>
                </a:lnTo>
                <a:lnTo>
                  <a:pt x="228098" y="661530"/>
                </a:lnTo>
                <a:lnTo>
                  <a:pt x="239678" y="634717"/>
                </a:lnTo>
                <a:lnTo>
                  <a:pt x="250034" y="606457"/>
                </a:lnTo>
                <a:lnTo>
                  <a:pt x="259365" y="576942"/>
                </a:lnTo>
                <a:lnTo>
                  <a:pt x="267878" y="546366"/>
                </a:lnTo>
                <a:lnTo>
                  <a:pt x="275775" y="514920"/>
                </a:lnTo>
                <a:lnTo>
                  <a:pt x="283262" y="482798"/>
                </a:lnTo>
                <a:lnTo>
                  <a:pt x="290539" y="450191"/>
                </a:lnTo>
                <a:lnTo>
                  <a:pt x="297813" y="417293"/>
                </a:lnTo>
                <a:lnTo>
                  <a:pt x="305285" y="384295"/>
                </a:lnTo>
                <a:lnTo>
                  <a:pt x="313162" y="351391"/>
                </a:lnTo>
                <a:lnTo>
                  <a:pt x="321645" y="318774"/>
                </a:lnTo>
                <a:lnTo>
                  <a:pt x="330939" y="286634"/>
                </a:lnTo>
                <a:lnTo>
                  <a:pt x="341249" y="255166"/>
                </a:lnTo>
                <a:lnTo>
                  <a:pt x="352775" y="224562"/>
                </a:lnTo>
                <a:lnTo>
                  <a:pt x="365723" y="195014"/>
                </a:lnTo>
                <a:lnTo>
                  <a:pt x="380299" y="166715"/>
                </a:lnTo>
                <a:lnTo>
                  <a:pt x="396703" y="139857"/>
                </a:lnTo>
                <a:lnTo>
                  <a:pt x="415139" y="114634"/>
                </a:lnTo>
                <a:lnTo>
                  <a:pt x="435814" y="91237"/>
                </a:lnTo>
                <a:lnTo>
                  <a:pt x="458928" y="69859"/>
                </a:lnTo>
                <a:lnTo>
                  <a:pt x="484688" y="50693"/>
                </a:lnTo>
                <a:lnTo>
                  <a:pt x="513294" y="33932"/>
                </a:lnTo>
                <a:lnTo>
                  <a:pt x="544954" y="19768"/>
                </a:lnTo>
                <a:lnTo>
                  <a:pt x="579868" y="8393"/>
                </a:lnTo>
                <a:lnTo>
                  <a:pt x="618243" y="0"/>
                </a:lnTo>
              </a:path>
            </a:pathLst>
          </a:cu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2" name="attn_output_curve_2">
            <a:extLst>
              <a:ext uri="{FF2B5EF4-FFF2-40B4-BE49-F238E27FC236}">
                <a16:creationId xmlns:a16="http://schemas.microsoft.com/office/drawing/2014/main" id="{353B03F4-DD6F-055A-24D9-60B0085B5B19}"/>
              </a:ext>
            </a:extLst>
          </p:cNvPr>
          <p:cNvSpPr/>
          <p:nvPr/>
        </p:nvSpPr>
        <p:spPr>
          <a:xfrm>
            <a:off x="16483132" y="7079869"/>
            <a:ext cx="618244" cy="149576"/>
          </a:xfrm>
          <a:custGeom>
            <a:avLst/>
            <a:gdLst/>
            <a:ahLst/>
            <a:cxnLst/>
            <a:rect l="0" t="0" r="0" b="0"/>
            <a:pathLst>
              <a:path w="618244" h="149576">
                <a:moveTo>
                  <a:pt x="0" y="0"/>
                </a:moveTo>
                <a:lnTo>
                  <a:pt x="32396" y="359"/>
                </a:lnTo>
                <a:lnTo>
                  <a:pt x="62973" y="1410"/>
                </a:lnTo>
                <a:lnTo>
                  <a:pt x="91819" y="3109"/>
                </a:lnTo>
                <a:lnTo>
                  <a:pt x="119019" y="5415"/>
                </a:lnTo>
                <a:lnTo>
                  <a:pt x="144661" y="8286"/>
                </a:lnTo>
                <a:lnTo>
                  <a:pt x="168831" y="11680"/>
                </a:lnTo>
                <a:lnTo>
                  <a:pt x="191615" y="15556"/>
                </a:lnTo>
                <a:lnTo>
                  <a:pt x="213100" y="19871"/>
                </a:lnTo>
                <a:lnTo>
                  <a:pt x="233372" y="24584"/>
                </a:lnTo>
                <a:lnTo>
                  <a:pt x="252518" y="29654"/>
                </a:lnTo>
                <a:lnTo>
                  <a:pt x="270625" y="35036"/>
                </a:lnTo>
                <a:lnTo>
                  <a:pt x="287778" y="40692"/>
                </a:lnTo>
                <a:lnTo>
                  <a:pt x="304065" y="46577"/>
                </a:lnTo>
                <a:lnTo>
                  <a:pt x="319571" y="52651"/>
                </a:lnTo>
                <a:lnTo>
                  <a:pt x="334384" y="58870"/>
                </a:lnTo>
                <a:lnTo>
                  <a:pt x="348591" y="65196"/>
                </a:lnTo>
                <a:lnTo>
                  <a:pt x="362277" y="71583"/>
                </a:lnTo>
                <a:lnTo>
                  <a:pt x="375527" y="77992"/>
                </a:lnTo>
                <a:lnTo>
                  <a:pt x="388432" y="84380"/>
                </a:lnTo>
                <a:lnTo>
                  <a:pt x="401075" y="90704"/>
                </a:lnTo>
                <a:lnTo>
                  <a:pt x="413544" y="96925"/>
                </a:lnTo>
                <a:lnTo>
                  <a:pt x="425924" y="102998"/>
                </a:lnTo>
                <a:lnTo>
                  <a:pt x="438305" y="108884"/>
                </a:lnTo>
                <a:lnTo>
                  <a:pt x="450769" y="114538"/>
                </a:lnTo>
                <a:lnTo>
                  <a:pt x="463406" y="119922"/>
                </a:lnTo>
                <a:lnTo>
                  <a:pt x="476299" y="124990"/>
                </a:lnTo>
                <a:lnTo>
                  <a:pt x="489539" y="129703"/>
                </a:lnTo>
                <a:lnTo>
                  <a:pt x="503209" y="134019"/>
                </a:lnTo>
                <a:lnTo>
                  <a:pt x="517398" y="137895"/>
                </a:lnTo>
                <a:lnTo>
                  <a:pt x="532189" y="141289"/>
                </a:lnTo>
                <a:lnTo>
                  <a:pt x="547672" y="144161"/>
                </a:lnTo>
                <a:lnTo>
                  <a:pt x="563933" y="146467"/>
                </a:lnTo>
                <a:lnTo>
                  <a:pt x="581056" y="148166"/>
                </a:lnTo>
                <a:lnTo>
                  <a:pt x="599131" y="149215"/>
                </a:lnTo>
                <a:lnTo>
                  <a:pt x="618243" y="149575"/>
                </a:lnTo>
              </a:path>
            </a:pathLst>
          </a:custGeom>
          <a:ln w="30912">
            <a:solidFill>
              <a:srgbClr val="000000"/>
            </a:solidFill>
            <a:prstDash val="solid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aw_cyan">
            <a:extLst>
              <a:ext uri="{FF2B5EF4-FFF2-40B4-BE49-F238E27FC236}">
                <a16:creationId xmlns:a16="http://schemas.microsoft.com/office/drawing/2014/main" id="{ACA53B8A-1D78-F3F2-84CE-D9672F0EB107}"/>
              </a:ext>
            </a:extLst>
          </p:cNvPr>
          <p:cNvSpPr/>
          <p:nvPr/>
        </p:nvSpPr>
        <p:spPr>
          <a:xfrm>
            <a:off x="737902" y="5045653"/>
            <a:ext cx="1246457" cy="353995"/>
          </a:xfrm>
          <a:custGeom>
            <a:avLst/>
            <a:gdLst/>
            <a:ahLst/>
            <a:cxnLst/>
            <a:rect l="0" t="0" r="0" b="0"/>
            <a:pathLst>
              <a:path w="1246457" h="353995">
                <a:moveTo>
                  <a:pt x="0" y="19944"/>
                </a:moveTo>
                <a:lnTo>
                  <a:pt x="9972" y="29915"/>
                </a:lnTo>
                <a:lnTo>
                  <a:pt x="19943" y="39887"/>
                </a:lnTo>
                <a:lnTo>
                  <a:pt x="29915" y="49858"/>
                </a:lnTo>
                <a:lnTo>
                  <a:pt x="39886" y="59830"/>
                </a:lnTo>
                <a:lnTo>
                  <a:pt x="49858" y="69802"/>
                </a:lnTo>
                <a:lnTo>
                  <a:pt x="59830" y="79773"/>
                </a:lnTo>
                <a:lnTo>
                  <a:pt x="69801" y="89745"/>
                </a:lnTo>
                <a:lnTo>
                  <a:pt x="79773" y="99717"/>
                </a:lnTo>
                <a:lnTo>
                  <a:pt x="89745" y="109689"/>
                </a:lnTo>
                <a:lnTo>
                  <a:pt x="99716" y="119660"/>
                </a:lnTo>
                <a:lnTo>
                  <a:pt x="109688" y="129631"/>
                </a:lnTo>
                <a:lnTo>
                  <a:pt x="119660" y="139603"/>
                </a:lnTo>
                <a:lnTo>
                  <a:pt x="129631" y="149575"/>
                </a:lnTo>
                <a:lnTo>
                  <a:pt x="139603" y="159546"/>
                </a:lnTo>
                <a:lnTo>
                  <a:pt x="149575" y="169518"/>
                </a:lnTo>
                <a:lnTo>
                  <a:pt x="159546" y="164532"/>
                </a:lnTo>
                <a:lnTo>
                  <a:pt x="169518" y="154561"/>
                </a:lnTo>
                <a:lnTo>
                  <a:pt x="179489" y="144589"/>
                </a:lnTo>
                <a:lnTo>
                  <a:pt x="189461" y="144589"/>
                </a:lnTo>
                <a:lnTo>
                  <a:pt x="199433" y="134618"/>
                </a:lnTo>
                <a:lnTo>
                  <a:pt x="209404" y="124646"/>
                </a:lnTo>
                <a:lnTo>
                  <a:pt x="219376" y="114674"/>
                </a:lnTo>
                <a:lnTo>
                  <a:pt x="229348" y="104702"/>
                </a:lnTo>
                <a:lnTo>
                  <a:pt x="239319" y="94731"/>
                </a:lnTo>
                <a:lnTo>
                  <a:pt x="249291" y="94731"/>
                </a:lnTo>
                <a:lnTo>
                  <a:pt x="259263" y="84759"/>
                </a:lnTo>
                <a:lnTo>
                  <a:pt x="269234" y="94731"/>
                </a:lnTo>
                <a:lnTo>
                  <a:pt x="279206" y="109689"/>
                </a:lnTo>
                <a:lnTo>
                  <a:pt x="289178" y="119660"/>
                </a:lnTo>
                <a:lnTo>
                  <a:pt x="299149" y="129631"/>
                </a:lnTo>
                <a:lnTo>
                  <a:pt x="309121" y="139603"/>
                </a:lnTo>
                <a:lnTo>
                  <a:pt x="319093" y="149575"/>
                </a:lnTo>
                <a:lnTo>
                  <a:pt x="329064" y="164532"/>
                </a:lnTo>
                <a:lnTo>
                  <a:pt x="339036" y="174504"/>
                </a:lnTo>
                <a:lnTo>
                  <a:pt x="349007" y="189462"/>
                </a:lnTo>
                <a:lnTo>
                  <a:pt x="358979" y="199433"/>
                </a:lnTo>
                <a:lnTo>
                  <a:pt x="368951" y="209405"/>
                </a:lnTo>
                <a:lnTo>
                  <a:pt x="378922" y="219376"/>
                </a:lnTo>
                <a:lnTo>
                  <a:pt x="388894" y="229348"/>
                </a:lnTo>
                <a:lnTo>
                  <a:pt x="398866" y="244306"/>
                </a:lnTo>
                <a:lnTo>
                  <a:pt x="408837" y="254277"/>
                </a:lnTo>
                <a:lnTo>
                  <a:pt x="418809" y="269235"/>
                </a:lnTo>
                <a:lnTo>
                  <a:pt x="428781" y="264249"/>
                </a:lnTo>
                <a:lnTo>
                  <a:pt x="438752" y="254277"/>
                </a:lnTo>
                <a:lnTo>
                  <a:pt x="448724" y="239320"/>
                </a:lnTo>
                <a:lnTo>
                  <a:pt x="458696" y="229348"/>
                </a:lnTo>
                <a:lnTo>
                  <a:pt x="468667" y="219376"/>
                </a:lnTo>
                <a:lnTo>
                  <a:pt x="478639" y="209405"/>
                </a:lnTo>
                <a:lnTo>
                  <a:pt x="488611" y="199433"/>
                </a:lnTo>
                <a:lnTo>
                  <a:pt x="498582" y="189462"/>
                </a:lnTo>
                <a:lnTo>
                  <a:pt x="508554" y="189462"/>
                </a:lnTo>
                <a:lnTo>
                  <a:pt x="518525" y="199433"/>
                </a:lnTo>
                <a:lnTo>
                  <a:pt x="528497" y="209405"/>
                </a:lnTo>
                <a:lnTo>
                  <a:pt x="538469" y="219376"/>
                </a:lnTo>
                <a:lnTo>
                  <a:pt x="548440" y="229348"/>
                </a:lnTo>
                <a:lnTo>
                  <a:pt x="558412" y="239320"/>
                </a:lnTo>
                <a:lnTo>
                  <a:pt x="568384" y="249291"/>
                </a:lnTo>
                <a:lnTo>
                  <a:pt x="578355" y="264249"/>
                </a:lnTo>
                <a:lnTo>
                  <a:pt x="588327" y="279206"/>
                </a:lnTo>
                <a:lnTo>
                  <a:pt x="598299" y="289178"/>
                </a:lnTo>
                <a:lnTo>
                  <a:pt x="608270" y="299149"/>
                </a:lnTo>
                <a:lnTo>
                  <a:pt x="618242" y="309121"/>
                </a:lnTo>
                <a:lnTo>
                  <a:pt x="628214" y="309121"/>
                </a:lnTo>
                <a:lnTo>
                  <a:pt x="638185" y="304136"/>
                </a:lnTo>
                <a:lnTo>
                  <a:pt x="648157" y="299149"/>
                </a:lnTo>
                <a:lnTo>
                  <a:pt x="658128" y="294164"/>
                </a:lnTo>
                <a:lnTo>
                  <a:pt x="668100" y="289178"/>
                </a:lnTo>
                <a:lnTo>
                  <a:pt x="678072" y="284192"/>
                </a:lnTo>
                <a:lnTo>
                  <a:pt x="688043" y="279206"/>
                </a:lnTo>
                <a:lnTo>
                  <a:pt x="698015" y="274220"/>
                </a:lnTo>
                <a:lnTo>
                  <a:pt x="707987" y="274220"/>
                </a:lnTo>
                <a:lnTo>
                  <a:pt x="717958" y="284192"/>
                </a:lnTo>
                <a:lnTo>
                  <a:pt x="727930" y="294164"/>
                </a:lnTo>
                <a:lnTo>
                  <a:pt x="737902" y="304136"/>
                </a:lnTo>
                <a:lnTo>
                  <a:pt x="747873" y="319093"/>
                </a:lnTo>
                <a:lnTo>
                  <a:pt x="757845" y="314107"/>
                </a:lnTo>
                <a:lnTo>
                  <a:pt x="767817" y="294164"/>
                </a:lnTo>
                <a:lnTo>
                  <a:pt x="777788" y="274220"/>
                </a:lnTo>
                <a:lnTo>
                  <a:pt x="787760" y="249291"/>
                </a:lnTo>
                <a:lnTo>
                  <a:pt x="797732" y="224362"/>
                </a:lnTo>
                <a:lnTo>
                  <a:pt x="807703" y="204419"/>
                </a:lnTo>
                <a:lnTo>
                  <a:pt x="817675" y="189462"/>
                </a:lnTo>
                <a:lnTo>
                  <a:pt x="827647" y="209405"/>
                </a:lnTo>
                <a:lnTo>
                  <a:pt x="837618" y="214391"/>
                </a:lnTo>
                <a:lnTo>
                  <a:pt x="847590" y="244306"/>
                </a:lnTo>
                <a:lnTo>
                  <a:pt x="857561" y="224362"/>
                </a:lnTo>
                <a:lnTo>
                  <a:pt x="867533" y="174504"/>
                </a:lnTo>
                <a:lnTo>
                  <a:pt x="877505" y="129631"/>
                </a:lnTo>
                <a:lnTo>
                  <a:pt x="887476" y="124646"/>
                </a:lnTo>
                <a:lnTo>
                  <a:pt x="897448" y="149575"/>
                </a:lnTo>
                <a:lnTo>
                  <a:pt x="907420" y="174504"/>
                </a:lnTo>
                <a:lnTo>
                  <a:pt x="917391" y="204419"/>
                </a:lnTo>
                <a:lnTo>
                  <a:pt x="927363" y="229348"/>
                </a:lnTo>
                <a:lnTo>
                  <a:pt x="937335" y="259263"/>
                </a:lnTo>
                <a:lnTo>
                  <a:pt x="947306" y="289178"/>
                </a:lnTo>
                <a:lnTo>
                  <a:pt x="957278" y="319093"/>
                </a:lnTo>
                <a:lnTo>
                  <a:pt x="967250" y="349008"/>
                </a:lnTo>
                <a:lnTo>
                  <a:pt x="977221" y="353994"/>
                </a:lnTo>
                <a:lnTo>
                  <a:pt x="987193" y="353994"/>
                </a:lnTo>
                <a:lnTo>
                  <a:pt x="997165" y="353994"/>
                </a:lnTo>
                <a:lnTo>
                  <a:pt x="1007136" y="344022"/>
                </a:lnTo>
                <a:lnTo>
                  <a:pt x="1017108" y="334050"/>
                </a:lnTo>
                <a:lnTo>
                  <a:pt x="1027079" y="334050"/>
                </a:lnTo>
                <a:lnTo>
                  <a:pt x="1037051" y="324079"/>
                </a:lnTo>
                <a:lnTo>
                  <a:pt x="1047023" y="314107"/>
                </a:lnTo>
                <a:lnTo>
                  <a:pt x="1056994" y="304136"/>
                </a:lnTo>
                <a:lnTo>
                  <a:pt x="1066966" y="304136"/>
                </a:lnTo>
                <a:lnTo>
                  <a:pt x="1076938" y="294164"/>
                </a:lnTo>
                <a:lnTo>
                  <a:pt x="1086909" y="284192"/>
                </a:lnTo>
                <a:lnTo>
                  <a:pt x="1096881" y="274220"/>
                </a:lnTo>
                <a:lnTo>
                  <a:pt x="1106853" y="269235"/>
                </a:lnTo>
                <a:lnTo>
                  <a:pt x="1116824" y="249291"/>
                </a:lnTo>
                <a:lnTo>
                  <a:pt x="1126796" y="234334"/>
                </a:lnTo>
                <a:lnTo>
                  <a:pt x="1136768" y="209405"/>
                </a:lnTo>
                <a:lnTo>
                  <a:pt x="1146739" y="189462"/>
                </a:lnTo>
                <a:lnTo>
                  <a:pt x="1156711" y="169518"/>
                </a:lnTo>
                <a:lnTo>
                  <a:pt x="1166683" y="149575"/>
                </a:lnTo>
                <a:lnTo>
                  <a:pt x="1176654" y="129631"/>
                </a:lnTo>
                <a:lnTo>
                  <a:pt x="1186626" y="109689"/>
                </a:lnTo>
                <a:lnTo>
                  <a:pt x="1196597" y="89745"/>
                </a:lnTo>
                <a:lnTo>
                  <a:pt x="1206569" y="64816"/>
                </a:lnTo>
                <a:lnTo>
                  <a:pt x="1216541" y="44873"/>
                </a:lnTo>
                <a:lnTo>
                  <a:pt x="1226512" y="19944"/>
                </a:lnTo>
                <a:lnTo>
                  <a:pt x="1236484" y="9972"/>
                </a:lnTo>
                <a:lnTo>
                  <a:pt x="1246456" y="0"/>
                </a:lnTo>
              </a:path>
            </a:pathLst>
          </a:custGeom>
          <a:ln w="29915">
            <a:solidFill>
              <a:srgbClr val="41B5CF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aw_teal">
            <a:extLst>
              <a:ext uri="{FF2B5EF4-FFF2-40B4-BE49-F238E27FC236}">
                <a16:creationId xmlns:a16="http://schemas.microsoft.com/office/drawing/2014/main" id="{A23CF920-C0D7-C4F2-08BA-A3A69D3B3BB3}"/>
              </a:ext>
            </a:extLst>
          </p:cNvPr>
          <p:cNvSpPr/>
          <p:nvPr/>
        </p:nvSpPr>
        <p:spPr>
          <a:xfrm>
            <a:off x="737902" y="5663895"/>
            <a:ext cx="1266400" cy="339037"/>
          </a:xfrm>
          <a:custGeom>
            <a:avLst/>
            <a:gdLst/>
            <a:ahLst/>
            <a:cxnLst/>
            <a:rect l="0" t="0" r="0" b="0"/>
            <a:pathLst>
              <a:path w="1266400" h="339037">
                <a:moveTo>
                  <a:pt x="0" y="284192"/>
                </a:moveTo>
                <a:lnTo>
                  <a:pt x="9972" y="274220"/>
                </a:lnTo>
                <a:lnTo>
                  <a:pt x="19943" y="259263"/>
                </a:lnTo>
                <a:lnTo>
                  <a:pt x="29915" y="229348"/>
                </a:lnTo>
                <a:lnTo>
                  <a:pt x="39886" y="199433"/>
                </a:lnTo>
                <a:lnTo>
                  <a:pt x="49858" y="169518"/>
                </a:lnTo>
                <a:lnTo>
                  <a:pt x="59830" y="139603"/>
                </a:lnTo>
                <a:lnTo>
                  <a:pt x="69801" y="109689"/>
                </a:lnTo>
                <a:lnTo>
                  <a:pt x="79773" y="84760"/>
                </a:lnTo>
                <a:lnTo>
                  <a:pt x="89745" y="54844"/>
                </a:lnTo>
                <a:lnTo>
                  <a:pt x="99716" y="64816"/>
                </a:lnTo>
                <a:lnTo>
                  <a:pt x="109688" y="99717"/>
                </a:lnTo>
                <a:lnTo>
                  <a:pt x="119660" y="134617"/>
                </a:lnTo>
                <a:lnTo>
                  <a:pt x="129631" y="169518"/>
                </a:lnTo>
                <a:lnTo>
                  <a:pt x="139603" y="204419"/>
                </a:lnTo>
                <a:lnTo>
                  <a:pt x="149575" y="199433"/>
                </a:lnTo>
                <a:lnTo>
                  <a:pt x="159546" y="169518"/>
                </a:lnTo>
                <a:lnTo>
                  <a:pt x="169518" y="149575"/>
                </a:lnTo>
                <a:lnTo>
                  <a:pt x="179489" y="119660"/>
                </a:lnTo>
                <a:lnTo>
                  <a:pt x="189461" y="109689"/>
                </a:lnTo>
                <a:lnTo>
                  <a:pt x="199433" y="134617"/>
                </a:lnTo>
                <a:lnTo>
                  <a:pt x="209404" y="144589"/>
                </a:lnTo>
                <a:lnTo>
                  <a:pt x="219376" y="144589"/>
                </a:lnTo>
                <a:lnTo>
                  <a:pt x="229348" y="124646"/>
                </a:lnTo>
                <a:lnTo>
                  <a:pt x="239319" y="74788"/>
                </a:lnTo>
                <a:lnTo>
                  <a:pt x="249291" y="39887"/>
                </a:lnTo>
                <a:lnTo>
                  <a:pt x="259263" y="19944"/>
                </a:lnTo>
                <a:lnTo>
                  <a:pt x="269234" y="19944"/>
                </a:lnTo>
                <a:lnTo>
                  <a:pt x="279206" y="44873"/>
                </a:lnTo>
                <a:lnTo>
                  <a:pt x="289178" y="84760"/>
                </a:lnTo>
                <a:lnTo>
                  <a:pt x="299149" y="114674"/>
                </a:lnTo>
                <a:lnTo>
                  <a:pt x="309121" y="154561"/>
                </a:lnTo>
                <a:lnTo>
                  <a:pt x="319093" y="194447"/>
                </a:lnTo>
                <a:lnTo>
                  <a:pt x="329064" y="234334"/>
                </a:lnTo>
                <a:lnTo>
                  <a:pt x="339036" y="264249"/>
                </a:lnTo>
                <a:lnTo>
                  <a:pt x="349007" y="304135"/>
                </a:lnTo>
                <a:lnTo>
                  <a:pt x="358979" y="304135"/>
                </a:lnTo>
                <a:lnTo>
                  <a:pt x="368951" y="274220"/>
                </a:lnTo>
                <a:lnTo>
                  <a:pt x="378922" y="244306"/>
                </a:lnTo>
                <a:lnTo>
                  <a:pt x="388894" y="214391"/>
                </a:lnTo>
                <a:lnTo>
                  <a:pt x="398866" y="184476"/>
                </a:lnTo>
                <a:lnTo>
                  <a:pt x="408837" y="154561"/>
                </a:lnTo>
                <a:lnTo>
                  <a:pt x="418809" y="124646"/>
                </a:lnTo>
                <a:lnTo>
                  <a:pt x="428781" y="94731"/>
                </a:lnTo>
                <a:lnTo>
                  <a:pt x="438752" y="74788"/>
                </a:lnTo>
                <a:lnTo>
                  <a:pt x="448724" y="124646"/>
                </a:lnTo>
                <a:lnTo>
                  <a:pt x="458696" y="124646"/>
                </a:lnTo>
                <a:lnTo>
                  <a:pt x="468667" y="139603"/>
                </a:lnTo>
                <a:lnTo>
                  <a:pt x="478639" y="189462"/>
                </a:lnTo>
                <a:lnTo>
                  <a:pt x="488611" y="159546"/>
                </a:lnTo>
                <a:lnTo>
                  <a:pt x="498582" y="139603"/>
                </a:lnTo>
                <a:lnTo>
                  <a:pt x="508554" y="109689"/>
                </a:lnTo>
                <a:lnTo>
                  <a:pt x="518525" y="79773"/>
                </a:lnTo>
                <a:lnTo>
                  <a:pt x="528497" y="59830"/>
                </a:lnTo>
                <a:lnTo>
                  <a:pt x="538469" y="29915"/>
                </a:lnTo>
                <a:lnTo>
                  <a:pt x="548440" y="4986"/>
                </a:lnTo>
                <a:lnTo>
                  <a:pt x="558412" y="29915"/>
                </a:lnTo>
                <a:lnTo>
                  <a:pt x="568384" y="59830"/>
                </a:lnTo>
                <a:lnTo>
                  <a:pt x="578355" y="94731"/>
                </a:lnTo>
                <a:lnTo>
                  <a:pt x="588327" y="124646"/>
                </a:lnTo>
                <a:lnTo>
                  <a:pt x="598299" y="154561"/>
                </a:lnTo>
                <a:lnTo>
                  <a:pt x="608270" y="184476"/>
                </a:lnTo>
                <a:lnTo>
                  <a:pt x="618242" y="219377"/>
                </a:lnTo>
                <a:lnTo>
                  <a:pt x="628214" y="249291"/>
                </a:lnTo>
                <a:lnTo>
                  <a:pt x="638185" y="279207"/>
                </a:lnTo>
                <a:lnTo>
                  <a:pt x="648157" y="264249"/>
                </a:lnTo>
                <a:lnTo>
                  <a:pt x="658128" y="234334"/>
                </a:lnTo>
                <a:lnTo>
                  <a:pt x="668100" y="204419"/>
                </a:lnTo>
                <a:lnTo>
                  <a:pt x="678072" y="174504"/>
                </a:lnTo>
                <a:lnTo>
                  <a:pt x="688043" y="144589"/>
                </a:lnTo>
                <a:lnTo>
                  <a:pt x="698015" y="114674"/>
                </a:lnTo>
                <a:lnTo>
                  <a:pt x="707987" y="84760"/>
                </a:lnTo>
                <a:lnTo>
                  <a:pt x="717958" y="54844"/>
                </a:lnTo>
                <a:lnTo>
                  <a:pt x="727930" y="34901"/>
                </a:lnTo>
                <a:lnTo>
                  <a:pt x="737902" y="74788"/>
                </a:lnTo>
                <a:lnTo>
                  <a:pt x="747873" y="134617"/>
                </a:lnTo>
                <a:lnTo>
                  <a:pt x="757845" y="154561"/>
                </a:lnTo>
                <a:lnTo>
                  <a:pt x="767817" y="204419"/>
                </a:lnTo>
                <a:lnTo>
                  <a:pt x="777788" y="199433"/>
                </a:lnTo>
                <a:lnTo>
                  <a:pt x="787760" y="179490"/>
                </a:lnTo>
                <a:lnTo>
                  <a:pt x="797732" y="159546"/>
                </a:lnTo>
                <a:lnTo>
                  <a:pt x="807703" y="139603"/>
                </a:lnTo>
                <a:lnTo>
                  <a:pt x="817675" y="154561"/>
                </a:lnTo>
                <a:lnTo>
                  <a:pt x="827647" y="174504"/>
                </a:lnTo>
                <a:lnTo>
                  <a:pt x="837618" y="199433"/>
                </a:lnTo>
                <a:lnTo>
                  <a:pt x="847590" y="224362"/>
                </a:lnTo>
                <a:lnTo>
                  <a:pt x="857561" y="244306"/>
                </a:lnTo>
                <a:lnTo>
                  <a:pt x="867533" y="269235"/>
                </a:lnTo>
                <a:lnTo>
                  <a:pt x="877505" y="269235"/>
                </a:lnTo>
                <a:lnTo>
                  <a:pt x="887476" y="254277"/>
                </a:lnTo>
                <a:lnTo>
                  <a:pt x="897448" y="244306"/>
                </a:lnTo>
                <a:lnTo>
                  <a:pt x="907420" y="224362"/>
                </a:lnTo>
                <a:lnTo>
                  <a:pt x="917391" y="214391"/>
                </a:lnTo>
                <a:lnTo>
                  <a:pt x="927363" y="194447"/>
                </a:lnTo>
                <a:lnTo>
                  <a:pt x="937335" y="184476"/>
                </a:lnTo>
                <a:lnTo>
                  <a:pt x="947306" y="169518"/>
                </a:lnTo>
                <a:lnTo>
                  <a:pt x="957278" y="154561"/>
                </a:lnTo>
                <a:lnTo>
                  <a:pt x="967250" y="139603"/>
                </a:lnTo>
                <a:lnTo>
                  <a:pt x="977221" y="124646"/>
                </a:lnTo>
                <a:lnTo>
                  <a:pt x="987193" y="124646"/>
                </a:lnTo>
                <a:lnTo>
                  <a:pt x="997165" y="149575"/>
                </a:lnTo>
                <a:lnTo>
                  <a:pt x="1007136" y="174504"/>
                </a:lnTo>
                <a:lnTo>
                  <a:pt x="1017108" y="199433"/>
                </a:lnTo>
                <a:lnTo>
                  <a:pt x="1027079" y="224362"/>
                </a:lnTo>
                <a:lnTo>
                  <a:pt x="1037051" y="249291"/>
                </a:lnTo>
                <a:lnTo>
                  <a:pt x="1047023" y="274220"/>
                </a:lnTo>
                <a:lnTo>
                  <a:pt x="1056994" y="299150"/>
                </a:lnTo>
                <a:lnTo>
                  <a:pt x="1066966" y="324079"/>
                </a:lnTo>
                <a:lnTo>
                  <a:pt x="1076938" y="304135"/>
                </a:lnTo>
                <a:lnTo>
                  <a:pt x="1086909" y="274220"/>
                </a:lnTo>
                <a:lnTo>
                  <a:pt x="1096881" y="244306"/>
                </a:lnTo>
                <a:lnTo>
                  <a:pt x="1106853" y="209405"/>
                </a:lnTo>
                <a:lnTo>
                  <a:pt x="1116824" y="179490"/>
                </a:lnTo>
                <a:lnTo>
                  <a:pt x="1126796" y="144589"/>
                </a:lnTo>
                <a:lnTo>
                  <a:pt x="1136768" y="114674"/>
                </a:lnTo>
                <a:lnTo>
                  <a:pt x="1146739" y="84760"/>
                </a:lnTo>
                <a:lnTo>
                  <a:pt x="1156711" y="54844"/>
                </a:lnTo>
                <a:lnTo>
                  <a:pt x="1166683" y="24929"/>
                </a:lnTo>
                <a:lnTo>
                  <a:pt x="1176654" y="0"/>
                </a:lnTo>
                <a:lnTo>
                  <a:pt x="1186626" y="9972"/>
                </a:lnTo>
                <a:lnTo>
                  <a:pt x="1196597" y="54844"/>
                </a:lnTo>
                <a:lnTo>
                  <a:pt x="1206569" y="104703"/>
                </a:lnTo>
                <a:lnTo>
                  <a:pt x="1216541" y="154561"/>
                </a:lnTo>
                <a:lnTo>
                  <a:pt x="1226512" y="204419"/>
                </a:lnTo>
                <a:lnTo>
                  <a:pt x="1236484" y="254277"/>
                </a:lnTo>
                <a:lnTo>
                  <a:pt x="1246456" y="294164"/>
                </a:lnTo>
                <a:lnTo>
                  <a:pt x="1256427" y="319093"/>
                </a:lnTo>
                <a:lnTo>
                  <a:pt x="1266399" y="339036"/>
                </a:lnTo>
              </a:path>
            </a:pathLst>
          </a:custGeom>
          <a:ln w="29915">
            <a:solidFill>
              <a:srgbClr val="008D8B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aw_yellow">
            <a:extLst>
              <a:ext uri="{FF2B5EF4-FFF2-40B4-BE49-F238E27FC236}">
                <a16:creationId xmlns:a16="http://schemas.microsoft.com/office/drawing/2014/main" id="{EFCD6F4B-8F86-BB7F-E2E0-55D5C4208016}"/>
              </a:ext>
            </a:extLst>
          </p:cNvPr>
          <p:cNvSpPr/>
          <p:nvPr/>
        </p:nvSpPr>
        <p:spPr>
          <a:xfrm>
            <a:off x="737902" y="6212336"/>
            <a:ext cx="1316258" cy="329065"/>
          </a:xfrm>
          <a:custGeom>
            <a:avLst/>
            <a:gdLst/>
            <a:ahLst/>
            <a:cxnLst/>
            <a:rect l="0" t="0" r="0" b="0"/>
            <a:pathLst>
              <a:path w="1316258" h="329065">
                <a:moveTo>
                  <a:pt x="0" y="279206"/>
                </a:moveTo>
                <a:lnTo>
                  <a:pt x="9972" y="239319"/>
                </a:lnTo>
                <a:lnTo>
                  <a:pt x="19943" y="209405"/>
                </a:lnTo>
                <a:lnTo>
                  <a:pt x="29915" y="179489"/>
                </a:lnTo>
                <a:lnTo>
                  <a:pt x="39886" y="159546"/>
                </a:lnTo>
                <a:lnTo>
                  <a:pt x="49858" y="164532"/>
                </a:lnTo>
                <a:lnTo>
                  <a:pt x="59830" y="179489"/>
                </a:lnTo>
                <a:lnTo>
                  <a:pt x="69801" y="194447"/>
                </a:lnTo>
                <a:lnTo>
                  <a:pt x="79773" y="204418"/>
                </a:lnTo>
                <a:lnTo>
                  <a:pt x="89745" y="224362"/>
                </a:lnTo>
                <a:lnTo>
                  <a:pt x="99716" y="234334"/>
                </a:lnTo>
                <a:lnTo>
                  <a:pt x="109688" y="244305"/>
                </a:lnTo>
                <a:lnTo>
                  <a:pt x="119660" y="239319"/>
                </a:lnTo>
                <a:lnTo>
                  <a:pt x="129631" y="219376"/>
                </a:lnTo>
                <a:lnTo>
                  <a:pt x="139603" y="189461"/>
                </a:lnTo>
                <a:lnTo>
                  <a:pt x="149575" y="164532"/>
                </a:lnTo>
                <a:lnTo>
                  <a:pt x="159546" y="139603"/>
                </a:lnTo>
                <a:lnTo>
                  <a:pt x="169518" y="114674"/>
                </a:lnTo>
                <a:lnTo>
                  <a:pt x="179489" y="184475"/>
                </a:lnTo>
                <a:lnTo>
                  <a:pt x="189461" y="229348"/>
                </a:lnTo>
                <a:lnTo>
                  <a:pt x="199433" y="254277"/>
                </a:lnTo>
                <a:lnTo>
                  <a:pt x="209404" y="324078"/>
                </a:lnTo>
                <a:lnTo>
                  <a:pt x="219376" y="299149"/>
                </a:lnTo>
                <a:lnTo>
                  <a:pt x="229348" y="264249"/>
                </a:lnTo>
                <a:lnTo>
                  <a:pt x="239319" y="234334"/>
                </a:lnTo>
                <a:lnTo>
                  <a:pt x="249291" y="204418"/>
                </a:lnTo>
                <a:lnTo>
                  <a:pt x="259263" y="174504"/>
                </a:lnTo>
                <a:lnTo>
                  <a:pt x="269234" y="144589"/>
                </a:lnTo>
                <a:lnTo>
                  <a:pt x="279206" y="109688"/>
                </a:lnTo>
                <a:lnTo>
                  <a:pt x="289178" y="79773"/>
                </a:lnTo>
                <a:lnTo>
                  <a:pt x="299149" y="49858"/>
                </a:lnTo>
                <a:lnTo>
                  <a:pt x="309121" y="14958"/>
                </a:lnTo>
                <a:lnTo>
                  <a:pt x="319093" y="29915"/>
                </a:lnTo>
                <a:lnTo>
                  <a:pt x="329064" y="59830"/>
                </a:lnTo>
                <a:lnTo>
                  <a:pt x="339036" y="84759"/>
                </a:lnTo>
                <a:lnTo>
                  <a:pt x="349007" y="109688"/>
                </a:lnTo>
                <a:lnTo>
                  <a:pt x="358979" y="139603"/>
                </a:lnTo>
                <a:lnTo>
                  <a:pt x="368951" y="169518"/>
                </a:lnTo>
                <a:lnTo>
                  <a:pt x="378922" y="194447"/>
                </a:lnTo>
                <a:lnTo>
                  <a:pt x="388894" y="219376"/>
                </a:lnTo>
                <a:lnTo>
                  <a:pt x="398866" y="249291"/>
                </a:lnTo>
                <a:lnTo>
                  <a:pt x="408837" y="274220"/>
                </a:lnTo>
                <a:lnTo>
                  <a:pt x="418809" y="299149"/>
                </a:lnTo>
                <a:lnTo>
                  <a:pt x="428781" y="329064"/>
                </a:lnTo>
                <a:lnTo>
                  <a:pt x="438752" y="324078"/>
                </a:lnTo>
                <a:lnTo>
                  <a:pt x="448724" y="304135"/>
                </a:lnTo>
                <a:lnTo>
                  <a:pt x="458696" y="274220"/>
                </a:lnTo>
                <a:lnTo>
                  <a:pt x="468667" y="254277"/>
                </a:lnTo>
                <a:lnTo>
                  <a:pt x="478639" y="234334"/>
                </a:lnTo>
                <a:lnTo>
                  <a:pt x="488611" y="204418"/>
                </a:lnTo>
                <a:lnTo>
                  <a:pt x="498582" y="184475"/>
                </a:lnTo>
                <a:lnTo>
                  <a:pt x="508554" y="164532"/>
                </a:lnTo>
                <a:lnTo>
                  <a:pt x="518525" y="134617"/>
                </a:lnTo>
                <a:lnTo>
                  <a:pt x="528497" y="114674"/>
                </a:lnTo>
                <a:lnTo>
                  <a:pt x="538469" y="89745"/>
                </a:lnTo>
                <a:lnTo>
                  <a:pt x="548440" y="64815"/>
                </a:lnTo>
                <a:lnTo>
                  <a:pt x="558412" y="44872"/>
                </a:lnTo>
                <a:lnTo>
                  <a:pt x="568384" y="19943"/>
                </a:lnTo>
                <a:lnTo>
                  <a:pt x="578355" y="0"/>
                </a:lnTo>
                <a:lnTo>
                  <a:pt x="588327" y="4986"/>
                </a:lnTo>
                <a:lnTo>
                  <a:pt x="598299" y="49858"/>
                </a:lnTo>
                <a:lnTo>
                  <a:pt x="608270" y="99716"/>
                </a:lnTo>
                <a:lnTo>
                  <a:pt x="618242" y="144589"/>
                </a:lnTo>
                <a:lnTo>
                  <a:pt x="628214" y="189461"/>
                </a:lnTo>
                <a:lnTo>
                  <a:pt x="638185" y="239319"/>
                </a:lnTo>
                <a:lnTo>
                  <a:pt x="648157" y="254277"/>
                </a:lnTo>
                <a:lnTo>
                  <a:pt x="658128" y="239319"/>
                </a:lnTo>
                <a:lnTo>
                  <a:pt x="668100" y="214390"/>
                </a:lnTo>
                <a:lnTo>
                  <a:pt x="678072" y="189461"/>
                </a:lnTo>
                <a:lnTo>
                  <a:pt x="688043" y="164532"/>
                </a:lnTo>
                <a:lnTo>
                  <a:pt x="698015" y="144589"/>
                </a:lnTo>
                <a:lnTo>
                  <a:pt x="707987" y="119660"/>
                </a:lnTo>
                <a:lnTo>
                  <a:pt x="717958" y="94731"/>
                </a:lnTo>
                <a:lnTo>
                  <a:pt x="727930" y="69801"/>
                </a:lnTo>
                <a:lnTo>
                  <a:pt x="737902" y="44872"/>
                </a:lnTo>
                <a:lnTo>
                  <a:pt x="747873" y="24929"/>
                </a:lnTo>
                <a:lnTo>
                  <a:pt x="757845" y="9971"/>
                </a:lnTo>
                <a:lnTo>
                  <a:pt x="767817" y="0"/>
                </a:lnTo>
                <a:lnTo>
                  <a:pt x="777788" y="54844"/>
                </a:lnTo>
                <a:lnTo>
                  <a:pt x="787760" y="59830"/>
                </a:lnTo>
                <a:lnTo>
                  <a:pt x="797732" y="59830"/>
                </a:lnTo>
                <a:lnTo>
                  <a:pt x="807703" y="59830"/>
                </a:lnTo>
                <a:lnTo>
                  <a:pt x="817675" y="59830"/>
                </a:lnTo>
                <a:lnTo>
                  <a:pt x="827647" y="59830"/>
                </a:lnTo>
                <a:lnTo>
                  <a:pt x="837618" y="64815"/>
                </a:lnTo>
                <a:lnTo>
                  <a:pt x="847590" y="69801"/>
                </a:lnTo>
                <a:lnTo>
                  <a:pt x="857561" y="74787"/>
                </a:lnTo>
                <a:lnTo>
                  <a:pt x="867533" y="84759"/>
                </a:lnTo>
                <a:lnTo>
                  <a:pt x="877505" y="84759"/>
                </a:lnTo>
                <a:lnTo>
                  <a:pt x="887476" y="94731"/>
                </a:lnTo>
                <a:lnTo>
                  <a:pt x="897448" y="99716"/>
                </a:lnTo>
                <a:lnTo>
                  <a:pt x="907420" y="104702"/>
                </a:lnTo>
                <a:lnTo>
                  <a:pt x="917391" y="114674"/>
                </a:lnTo>
                <a:lnTo>
                  <a:pt x="927363" y="119660"/>
                </a:lnTo>
                <a:lnTo>
                  <a:pt x="937335" y="124645"/>
                </a:lnTo>
                <a:lnTo>
                  <a:pt x="947306" y="134617"/>
                </a:lnTo>
                <a:lnTo>
                  <a:pt x="957278" y="134617"/>
                </a:lnTo>
                <a:lnTo>
                  <a:pt x="967250" y="139603"/>
                </a:lnTo>
                <a:lnTo>
                  <a:pt x="977221" y="129631"/>
                </a:lnTo>
                <a:lnTo>
                  <a:pt x="987193" y="114674"/>
                </a:lnTo>
                <a:lnTo>
                  <a:pt x="997165" y="94731"/>
                </a:lnTo>
                <a:lnTo>
                  <a:pt x="1007136" y="74787"/>
                </a:lnTo>
                <a:lnTo>
                  <a:pt x="1017108" y="54844"/>
                </a:lnTo>
                <a:lnTo>
                  <a:pt x="1027079" y="34901"/>
                </a:lnTo>
                <a:lnTo>
                  <a:pt x="1037051" y="19943"/>
                </a:lnTo>
                <a:lnTo>
                  <a:pt x="1047023" y="19943"/>
                </a:lnTo>
                <a:lnTo>
                  <a:pt x="1056994" y="29915"/>
                </a:lnTo>
                <a:lnTo>
                  <a:pt x="1066966" y="39887"/>
                </a:lnTo>
                <a:lnTo>
                  <a:pt x="1076938" y="49858"/>
                </a:lnTo>
                <a:lnTo>
                  <a:pt x="1086909" y="59830"/>
                </a:lnTo>
                <a:lnTo>
                  <a:pt x="1096881" y="74787"/>
                </a:lnTo>
                <a:lnTo>
                  <a:pt x="1106853" y="84759"/>
                </a:lnTo>
                <a:lnTo>
                  <a:pt x="1116824" y="99716"/>
                </a:lnTo>
                <a:lnTo>
                  <a:pt x="1126796" y="109688"/>
                </a:lnTo>
                <a:lnTo>
                  <a:pt x="1136768" y="119660"/>
                </a:lnTo>
                <a:lnTo>
                  <a:pt x="1146739" y="129631"/>
                </a:lnTo>
                <a:lnTo>
                  <a:pt x="1156711" y="139603"/>
                </a:lnTo>
                <a:lnTo>
                  <a:pt x="1166683" y="164532"/>
                </a:lnTo>
                <a:lnTo>
                  <a:pt x="1176654" y="199433"/>
                </a:lnTo>
                <a:lnTo>
                  <a:pt x="1186626" y="239319"/>
                </a:lnTo>
                <a:lnTo>
                  <a:pt x="1196597" y="294164"/>
                </a:lnTo>
                <a:lnTo>
                  <a:pt x="1206569" y="324078"/>
                </a:lnTo>
                <a:lnTo>
                  <a:pt x="1216541" y="324078"/>
                </a:lnTo>
                <a:lnTo>
                  <a:pt x="1226512" y="304135"/>
                </a:lnTo>
                <a:lnTo>
                  <a:pt x="1236484" y="279206"/>
                </a:lnTo>
                <a:lnTo>
                  <a:pt x="1246456" y="254277"/>
                </a:lnTo>
                <a:lnTo>
                  <a:pt x="1256427" y="229348"/>
                </a:lnTo>
                <a:lnTo>
                  <a:pt x="1266399" y="204418"/>
                </a:lnTo>
                <a:lnTo>
                  <a:pt x="1276371" y="179489"/>
                </a:lnTo>
                <a:lnTo>
                  <a:pt x="1286342" y="154561"/>
                </a:lnTo>
                <a:lnTo>
                  <a:pt x="1296314" y="134617"/>
                </a:lnTo>
                <a:lnTo>
                  <a:pt x="1306286" y="119660"/>
                </a:lnTo>
                <a:lnTo>
                  <a:pt x="1316257" y="109688"/>
                </a:lnTo>
              </a:path>
            </a:pathLst>
          </a:custGeom>
          <a:ln w="29915">
            <a:solidFill>
              <a:srgbClr val="FFC000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ttn_matmul1">
            <a:extLst>
              <a:ext uri="{FF2B5EF4-FFF2-40B4-BE49-F238E27FC236}">
                <a16:creationId xmlns:a16="http://schemas.microsoft.com/office/drawing/2014/main" id="{940CF94D-5F1A-6136-19DF-66F26E9BCDD0}"/>
              </a:ext>
            </a:extLst>
          </p:cNvPr>
          <p:cNvSpPr/>
          <p:nvPr/>
        </p:nvSpPr>
        <p:spPr>
          <a:xfrm>
            <a:off x="12624105" y="5404633"/>
            <a:ext cx="1156711" cy="458695"/>
          </a:xfrm>
          <a:prstGeom prst="roundRect">
            <a:avLst>
              <a:gd name="adj" fmla="val 8696"/>
            </a:avLst>
          </a:prstGeom>
          <a:solidFill>
            <a:srgbClr val="C5BEDF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attn_scale">
            <a:extLst>
              <a:ext uri="{FF2B5EF4-FFF2-40B4-BE49-F238E27FC236}">
                <a16:creationId xmlns:a16="http://schemas.microsoft.com/office/drawing/2014/main" id="{C3E5F345-14E5-C5E3-B042-10CF553C03FD}"/>
              </a:ext>
            </a:extLst>
          </p:cNvPr>
          <p:cNvSpPr/>
          <p:nvPr/>
        </p:nvSpPr>
        <p:spPr>
          <a:xfrm>
            <a:off x="14069994" y="5404633"/>
            <a:ext cx="837619" cy="458695"/>
          </a:xfrm>
          <a:prstGeom prst="roundRect">
            <a:avLst>
              <a:gd name="adj" fmla="val 8696"/>
            </a:avLst>
          </a:prstGeom>
          <a:solidFill>
            <a:srgbClr val="FFF9B8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attn_matmul2">
            <a:extLst>
              <a:ext uri="{FF2B5EF4-FFF2-40B4-BE49-F238E27FC236}">
                <a16:creationId xmlns:a16="http://schemas.microsoft.com/office/drawing/2014/main" id="{CADEAEEA-4177-592C-35ED-6C76B53861B1}"/>
              </a:ext>
            </a:extLst>
          </p:cNvPr>
          <p:cNvSpPr/>
          <p:nvPr/>
        </p:nvSpPr>
        <p:spPr>
          <a:xfrm>
            <a:off x="15346364" y="6860493"/>
            <a:ext cx="1136768" cy="448724"/>
          </a:xfrm>
          <a:prstGeom prst="roundRect">
            <a:avLst>
              <a:gd name="adj" fmla="val 8889"/>
            </a:avLst>
          </a:prstGeom>
          <a:solidFill>
            <a:srgbClr val="C5BEDF"/>
          </a:solidFill>
          <a:ln w="39887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23" name="embedded_tokens_0">
            <a:extLst>
              <a:ext uri="{FF2B5EF4-FFF2-40B4-BE49-F238E27FC236}">
                <a16:creationId xmlns:a16="http://schemas.microsoft.com/office/drawing/2014/main" id="{685DD082-B7F1-ABD7-730F-DEABE23E4388}"/>
              </a:ext>
            </a:extLst>
          </p:cNvPr>
          <p:cNvGrpSpPr/>
          <p:nvPr/>
        </p:nvGrpSpPr>
        <p:grpSpPr>
          <a:xfrm>
            <a:off x="4397496" y="5005767"/>
            <a:ext cx="1336202" cy="448725"/>
            <a:chOff x="4397496" y="5005767"/>
            <a:chExt cx="1336202" cy="448725"/>
          </a:xfrm>
        </p:grpSpPr>
        <p:sp>
          <p:nvSpPr>
            <p:cNvPr id="33" name="embedded_tokens_0_front_0">
              <a:extLst>
                <a:ext uri="{FF2B5EF4-FFF2-40B4-BE49-F238E27FC236}">
                  <a16:creationId xmlns:a16="http://schemas.microsoft.com/office/drawing/2014/main" id="{F1FB9F1B-0EF1-83CE-CFC6-4CD84416B87B}"/>
                </a:ext>
              </a:extLst>
            </p:cNvPr>
            <p:cNvSpPr/>
            <p:nvPr/>
          </p:nvSpPr>
          <p:spPr>
            <a:xfrm>
              <a:off x="4397496" y="5125426"/>
              <a:ext cx="304136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embedded_tokens_0_top_0">
              <a:extLst>
                <a:ext uri="{FF2B5EF4-FFF2-40B4-BE49-F238E27FC236}">
                  <a16:creationId xmlns:a16="http://schemas.microsoft.com/office/drawing/2014/main" id="{FD32F21C-BACE-71CE-CAF6-F126F428A684}"/>
                </a:ext>
              </a:extLst>
            </p:cNvPr>
            <p:cNvSpPr/>
            <p:nvPr/>
          </p:nvSpPr>
          <p:spPr>
            <a:xfrm>
              <a:off x="4397496" y="5005767"/>
              <a:ext cx="423796" cy="119660"/>
            </a:xfrm>
            <a:custGeom>
              <a:avLst/>
              <a:gdLst/>
              <a:ahLst/>
              <a:cxnLst/>
              <a:rect l="0" t="0" r="0" b="0"/>
              <a:pathLst>
                <a:path w="423796" h="119660">
                  <a:moveTo>
                    <a:pt x="0" y="119659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embedded_tokens_0_front_1">
              <a:extLst>
                <a:ext uri="{FF2B5EF4-FFF2-40B4-BE49-F238E27FC236}">
                  <a16:creationId xmlns:a16="http://schemas.microsoft.com/office/drawing/2014/main" id="{B34960F0-F482-8C2B-56B8-67F8180EEDDC}"/>
                </a:ext>
              </a:extLst>
            </p:cNvPr>
            <p:cNvSpPr/>
            <p:nvPr/>
          </p:nvSpPr>
          <p:spPr>
            <a:xfrm>
              <a:off x="4701632" y="5125426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embedded_tokens_0_top_1">
              <a:extLst>
                <a:ext uri="{FF2B5EF4-FFF2-40B4-BE49-F238E27FC236}">
                  <a16:creationId xmlns:a16="http://schemas.microsoft.com/office/drawing/2014/main" id="{2CC83DF7-93AB-5509-96AC-1E361F1E4D89}"/>
                </a:ext>
              </a:extLst>
            </p:cNvPr>
            <p:cNvSpPr/>
            <p:nvPr/>
          </p:nvSpPr>
          <p:spPr>
            <a:xfrm>
              <a:off x="4701632" y="5005767"/>
              <a:ext cx="423795" cy="119660"/>
            </a:xfrm>
            <a:custGeom>
              <a:avLst/>
              <a:gdLst/>
              <a:ahLst/>
              <a:cxnLst/>
              <a:rect l="0" t="0" r="0" b="0"/>
              <a:pathLst>
                <a:path w="423795" h="119660">
                  <a:moveTo>
                    <a:pt x="0" y="119659"/>
                  </a:moveTo>
                  <a:lnTo>
                    <a:pt x="119659" y="0"/>
                  </a:lnTo>
                  <a:lnTo>
                    <a:pt x="423794" y="0"/>
                  </a:lnTo>
                  <a:lnTo>
                    <a:pt x="304135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embedded_tokens_0_front_2">
              <a:extLst>
                <a:ext uri="{FF2B5EF4-FFF2-40B4-BE49-F238E27FC236}">
                  <a16:creationId xmlns:a16="http://schemas.microsoft.com/office/drawing/2014/main" id="{01A9F725-10A9-9F5B-F0A6-14C9D388C9D5}"/>
                </a:ext>
              </a:extLst>
            </p:cNvPr>
            <p:cNvSpPr/>
            <p:nvPr/>
          </p:nvSpPr>
          <p:spPr>
            <a:xfrm>
              <a:off x="5005767" y="5125426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embedded_tokens_0_top_2">
              <a:extLst>
                <a:ext uri="{FF2B5EF4-FFF2-40B4-BE49-F238E27FC236}">
                  <a16:creationId xmlns:a16="http://schemas.microsoft.com/office/drawing/2014/main" id="{C5E75627-CB55-71CD-3E3C-E4B89C0CC3E2}"/>
                </a:ext>
              </a:extLst>
            </p:cNvPr>
            <p:cNvSpPr/>
            <p:nvPr/>
          </p:nvSpPr>
          <p:spPr>
            <a:xfrm>
              <a:off x="5005767" y="5005767"/>
              <a:ext cx="423796" cy="119660"/>
            </a:xfrm>
            <a:custGeom>
              <a:avLst/>
              <a:gdLst/>
              <a:ahLst/>
              <a:cxnLst/>
              <a:rect l="0" t="0" r="0" b="0"/>
              <a:pathLst>
                <a:path w="423796" h="119660">
                  <a:moveTo>
                    <a:pt x="0" y="119659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embedded_tokens_0_front_3">
              <a:extLst>
                <a:ext uri="{FF2B5EF4-FFF2-40B4-BE49-F238E27FC236}">
                  <a16:creationId xmlns:a16="http://schemas.microsoft.com/office/drawing/2014/main" id="{386E75F9-29B1-2E4B-C44F-1E27257849C9}"/>
                </a:ext>
              </a:extLst>
            </p:cNvPr>
            <p:cNvSpPr/>
            <p:nvPr/>
          </p:nvSpPr>
          <p:spPr>
            <a:xfrm>
              <a:off x="5309902" y="5125426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embedded_tokens_0_top_3">
              <a:extLst>
                <a:ext uri="{FF2B5EF4-FFF2-40B4-BE49-F238E27FC236}">
                  <a16:creationId xmlns:a16="http://schemas.microsoft.com/office/drawing/2014/main" id="{0ACF6BA9-1317-621A-29A4-C91D0A164865}"/>
                </a:ext>
              </a:extLst>
            </p:cNvPr>
            <p:cNvSpPr/>
            <p:nvPr/>
          </p:nvSpPr>
          <p:spPr>
            <a:xfrm>
              <a:off x="5309902" y="5005767"/>
              <a:ext cx="423796" cy="119660"/>
            </a:xfrm>
            <a:custGeom>
              <a:avLst/>
              <a:gdLst/>
              <a:ahLst/>
              <a:cxnLst/>
              <a:rect l="0" t="0" r="0" b="0"/>
              <a:pathLst>
                <a:path w="423796" h="119660">
                  <a:moveTo>
                    <a:pt x="0" y="119659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embedded_tokens_0_side">
              <a:extLst>
                <a:ext uri="{FF2B5EF4-FFF2-40B4-BE49-F238E27FC236}">
                  <a16:creationId xmlns:a16="http://schemas.microsoft.com/office/drawing/2014/main" id="{28EEF426-1C48-CDA4-1855-80BC45451C8B}"/>
                </a:ext>
              </a:extLst>
            </p:cNvPr>
            <p:cNvSpPr/>
            <p:nvPr/>
          </p:nvSpPr>
          <p:spPr>
            <a:xfrm>
              <a:off x="5614037" y="5005767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59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4" name="embedded_tokens_1">
            <a:extLst>
              <a:ext uri="{FF2B5EF4-FFF2-40B4-BE49-F238E27FC236}">
                <a16:creationId xmlns:a16="http://schemas.microsoft.com/office/drawing/2014/main" id="{0950DA5E-FBED-EB2A-CA78-35BA4E1DBFB0}"/>
              </a:ext>
            </a:extLst>
          </p:cNvPr>
          <p:cNvGrpSpPr/>
          <p:nvPr/>
        </p:nvGrpSpPr>
        <p:grpSpPr>
          <a:xfrm>
            <a:off x="4397496" y="5614037"/>
            <a:ext cx="1336202" cy="448725"/>
            <a:chOff x="4397496" y="5614037"/>
            <a:chExt cx="1336202" cy="448725"/>
          </a:xfrm>
        </p:grpSpPr>
        <p:sp>
          <p:nvSpPr>
            <p:cNvPr id="44" name="embedded_tokens_1_front_0">
              <a:extLst>
                <a:ext uri="{FF2B5EF4-FFF2-40B4-BE49-F238E27FC236}">
                  <a16:creationId xmlns:a16="http://schemas.microsoft.com/office/drawing/2014/main" id="{66F479BA-0F1D-4321-E0C2-5F434C32D874}"/>
                </a:ext>
              </a:extLst>
            </p:cNvPr>
            <p:cNvSpPr/>
            <p:nvPr/>
          </p:nvSpPr>
          <p:spPr>
            <a:xfrm>
              <a:off x="4397496" y="5733697"/>
              <a:ext cx="304136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embedded_tokens_1_top_0">
              <a:extLst>
                <a:ext uri="{FF2B5EF4-FFF2-40B4-BE49-F238E27FC236}">
                  <a16:creationId xmlns:a16="http://schemas.microsoft.com/office/drawing/2014/main" id="{08384FD7-10D1-7266-98B5-55C2F88ADCC8}"/>
                </a:ext>
              </a:extLst>
            </p:cNvPr>
            <p:cNvSpPr/>
            <p:nvPr/>
          </p:nvSpPr>
          <p:spPr>
            <a:xfrm>
              <a:off x="4397496" y="561403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embedded_tokens_1_front_1">
              <a:extLst>
                <a:ext uri="{FF2B5EF4-FFF2-40B4-BE49-F238E27FC236}">
                  <a16:creationId xmlns:a16="http://schemas.microsoft.com/office/drawing/2014/main" id="{19D089CC-0703-D081-2967-85842AADCD13}"/>
                </a:ext>
              </a:extLst>
            </p:cNvPr>
            <p:cNvSpPr/>
            <p:nvPr/>
          </p:nvSpPr>
          <p:spPr>
            <a:xfrm>
              <a:off x="4701632" y="5733697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embedded_tokens_1_top_1">
              <a:extLst>
                <a:ext uri="{FF2B5EF4-FFF2-40B4-BE49-F238E27FC236}">
                  <a16:creationId xmlns:a16="http://schemas.microsoft.com/office/drawing/2014/main" id="{7707725B-F8D4-DD87-29F8-306616E5D50F}"/>
                </a:ext>
              </a:extLst>
            </p:cNvPr>
            <p:cNvSpPr/>
            <p:nvPr/>
          </p:nvSpPr>
          <p:spPr>
            <a:xfrm>
              <a:off x="4701632" y="5614037"/>
              <a:ext cx="423795" cy="119661"/>
            </a:xfrm>
            <a:custGeom>
              <a:avLst/>
              <a:gdLst/>
              <a:ahLst/>
              <a:cxnLst/>
              <a:rect l="0" t="0" r="0" b="0"/>
              <a:pathLst>
                <a:path w="423795" h="119661">
                  <a:moveTo>
                    <a:pt x="0" y="119660"/>
                  </a:moveTo>
                  <a:lnTo>
                    <a:pt x="119659" y="0"/>
                  </a:lnTo>
                  <a:lnTo>
                    <a:pt x="423794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embedded_tokens_1_front_2">
              <a:extLst>
                <a:ext uri="{FF2B5EF4-FFF2-40B4-BE49-F238E27FC236}">
                  <a16:creationId xmlns:a16="http://schemas.microsoft.com/office/drawing/2014/main" id="{612534E6-1BB9-7099-8BCF-0C69D434C6E3}"/>
                </a:ext>
              </a:extLst>
            </p:cNvPr>
            <p:cNvSpPr/>
            <p:nvPr/>
          </p:nvSpPr>
          <p:spPr>
            <a:xfrm>
              <a:off x="5005767" y="5733697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embedded_tokens_1_top_2">
              <a:extLst>
                <a:ext uri="{FF2B5EF4-FFF2-40B4-BE49-F238E27FC236}">
                  <a16:creationId xmlns:a16="http://schemas.microsoft.com/office/drawing/2014/main" id="{E013D1A7-7488-6DFB-52B0-D8CD3F94F9F8}"/>
                </a:ext>
              </a:extLst>
            </p:cNvPr>
            <p:cNvSpPr/>
            <p:nvPr/>
          </p:nvSpPr>
          <p:spPr>
            <a:xfrm>
              <a:off x="5005767" y="561403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embedded_tokens_1_front_3">
              <a:extLst>
                <a:ext uri="{FF2B5EF4-FFF2-40B4-BE49-F238E27FC236}">
                  <a16:creationId xmlns:a16="http://schemas.microsoft.com/office/drawing/2014/main" id="{F717D881-EC26-AFD0-F609-F16556D4933E}"/>
                </a:ext>
              </a:extLst>
            </p:cNvPr>
            <p:cNvSpPr/>
            <p:nvPr/>
          </p:nvSpPr>
          <p:spPr>
            <a:xfrm>
              <a:off x="5309902" y="5733697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embedded_tokens_1_top_3">
              <a:extLst>
                <a:ext uri="{FF2B5EF4-FFF2-40B4-BE49-F238E27FC236}">
                  <a16:creationId xmlns:a16="http://schemas.microsoft.com/office/drawing/2014/main" id="{25B81CD4-8F0E-4EA8-296A-5521F2E279AC}"/>
                </a:ext>
              </a:extLst>
            </p:cNvPr>
            <p:cNvSpPr/>
            <p:nvPr/>
          </p:nvSpPr>
          <p:spPr>
            <a:xfrm>
              <a:off x="5309902" y="561403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embedded_tokens_1_side">
              <a:extLst>
                <a:ext uri="{FF2B5EF4-FFF2-40B4-BE49-F238E27FC236}">
                  <a16:creationId xmlns:a16="http://schemas.microsoft.com/office/drawing/2014/main" id="{B43B9E42-8462-243B-BCC9-23254921E82B}"/>
                </a:ext>
              </a:extLst>
            </p:cNvPr>
            <p:cNvSpPr/>
            <p:nvPr/>
          </p:nvSpPr>
          <p:spPr>
            <a:xfrm>
              <a:off x="5614037" y="5614037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5" name="embedded_tokens_2">
            <a:extLst>
              <a:ext uri="{FF2B5EF4-FFF2-40B4-BE49-F238E27FC236}">
                <a16:creationId xmlns:a16="http://schemas.microsoft.com/office/drawing/2014/main" id="{5425A433-AC5B-FC45-CC9C-577197CBDE18}"/>
              </a:ext>
            </a:extLst>
          </p:cNvPr>
          <p:cNvGrpSpPr/>
          <p:nvPr/>
        </p:nvGrpSpPr>
        <p:grpSpPr>
          <a:xfrm>
            <a:off x="4397496" y="6232279"/>
            <a:ext cx="1336202" cy="448725"/>
            <a:chOff x="4397496" y="6232279"/>
            <a:chExt cx="1336202" cy="448725"/>
          </a:xfrm>
        </p:grpSpPr>
        <p:sp>
          <p:nvSpPr>
            <p:cNvPr id="55" name="embedded_tokens_2_front_0">
              <a:extLst>
                <a:ext uri="{FF2B5EF4-FFF2-40B4-BE49-F238E27FC236}">
                  <a16:creationId xmlns:a16="http://schemas.microsoft.com/office/drawing/2014/main" id="{D83D59FA-C337-5E68-8795-A553EE0221B6}"/>
                </a:ext>
              </a:extLst>
            </p:cNvPr>
            <p:cNvSpPr/>
            <p:nvPr/>
          </p:nvSpPr>
          <p:spPr>
            <a:xfrm>
              <a:off x="4397496" y="6351939"/>
              <a:ext cx="304136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embedded_tokens_2_top_0">
              <a:extLst>
                <a:ext uri="{FF2B5EF4-FFF2-40B4-BE49-F238E27FC236}">
                  <a16:creationId xmlns:a16="http://schemas.microsoft.com/office/drawing/2014/main" id="{13B69B9D-545D-E59F-83D5-5CA1A03FC92F}"/>
                </a:ext>
              </a:extLst>
            </p:cNvPr>
            <p:cNvSpPr/>
            <p:nvPr/>
          </p:nvSpPr>
          <p:spPr>
            <a:xfrm>
              <a:off x="4397496" y="6232279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embedded_tokens_2_front_1">
              <a:extLst>
                <a:ext uri="{FF2B5EF4-FFF2-40B4-BE49-F238E27FC236}">
                  <a16:creationId xmlns:a16="http://schemas.microsoft.com/office/drawing/2014/main" id="{319DA478-A3A0-A215-6C30-518CA13AC504}"/>
                </a:ext>
              </a:extLst>
            </p:cNvPr>
            <p:cNvSpPr/>
            <p:nvPr/>
          </p:nvSpPr>
          <p:spPr>
            <a:xfrm>
              <a:off x="4701632" y="6351939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embedded_tokens_2_top_1">
              <a:extLst>
                <a:ext uri="{FF2B5EF4-FFF2-40B4-BE49-F238E27FC236}">
                  <a16:creationId xmlns:a16="http://schemas.microsoft.com/office/drawing/2014/main" id="{6BA5C1FF-F967-078E-7C9A-F71A8506AE91}"/>
                </a:ext>
              </a:extLst>
            </p:cNvPr>
            <p:cNvSpPr/>
            <p:nvPr/>
          </p:nvSpPr>
          <p:spPr>
            <a:xfrm>
              <a:off x="4701632" y="6232279"/>
              <a:ext cx="423795" cy="119661"/>
            </a:xfrm>
            <a:custGeom>
              <a:avLst/>
              <a:gdLst/>
              <a:ahLst/>
              <a:cxnLst/>
              <a:rect l="0" t="0" r="0" b="0"/>
              <a:pathLst>
                <a:path w="423795" h="119661">
                  <a:moveTo>
                    <a:pt x="0" y="119660"/>
                  </a:moveTo>
                  <a:lnTo>
                    <a:pt x="119659" y="0"/>
                  </a:lnTo>
                  <a:lnTo>
                    <a:pt x="423794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embedded_tokens_2_front_2">
              <a:extLst>
                <a:ext uri="{FF2B5EF4-FFF2-40B4-BE49-F238E27FC236}">
                  <a16:creationId xmlns:a16="http://schemas.microsoft.com/office/drawing/2014/main" id="{41966A1C-3581-5422-A48E-AE4A80C97838}"/>
                </a:ext>
              </a:extLst>
            </p:cNvPr>
            <p:cNvSpPr/>
            <p:nvPr/>
          </p:nvSpPr>
          <p:spPr>
            <a:xfrm>
              <a:off x="5005767" y="6351939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embedded_tokens_2_top_2">
              <a:extLst>
                <a:ext uri="{FF2B5EF4-FFF2-40B4-BE49-F238E27FC236}">
                  <a16:creationId xmlns:a16="http://schemas.microsoft.com/office/drawing/2014/main" id="{AC77E297-28F4-C483-2056-172967EFEBD3}"/>
                </a:ext>
              </a:extLst>
            </p:cNvPr>
            <p:cNvSpPr/>
            <p:nvPr/>
          </p:nvSpPr>
          <p:spPr>
            <a:xfrm>
              <a:off x="5005767" y="6232279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embedded_tokens_2_front_3">
              <a:extLst>
                <a:ext uri="{FF2B5EF4-FFF2-40B4-BE49-F238E27FC236}">
                  <a16:creationId xmlns:a16="http://schemas.microsoft.com/office/drawing/2014/main" id="{1119E238-471D-2A76-65C2-2D794B0D3FB4}"/>
                </a:ext>
              </a:extLst>
            </p:cNvPr>
            <p:cNvSpPr/>
            <p:nvPr/>
          </p:nvSpPr>
          <p:spPr>
            <a:xfrm>
              <a:off x="5309902" y="6351939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embedded_tokens_2_top_3">
              <a:extLst>
                <a:ext uri="{FF2B5EF4-FFF2-40B4-BE49-F238E27FC236}">
                  <a16:creationId xmlns:a16="http://schemas.microsoft.com/office/drawing/2014/main" id="{555D4FAC-5182-76EE-6074-6CC82302F7C0}"/>
                </a:ext>
              </a:extLst>
            </p:cNvPr>
            <p:cNvSpPr/>
            <p:nvPr/>
          </p:nvSpPr>
          <p:spPr>
            <a:xfrm>
              <a:off x="5309902" y="6232279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embedded_tokens_2_side">
              <a:extLst>
                <a:ext uri="{FF2B5EF4-FFF2-40B4-BE49-F238E27FC236}">
                  <a16:creationId xmlns:a16="http://schemas.microsoft.com/office/drawing/2014/main" id="{6E7AFB15-9794-CD74-C387-000E64E55838}"/>
                </a:ext>
              </a:extLst>
            </p:cNvPr>
            <p:cNvSpPr/>
            <p:nvPr/>
          </p:nvSpPr>
          <p:spPr>
            <a:xfrm>
              <a:off x="5614037" y="6232279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33" name="ln_input_0">
            <a:extLst>
              <a:ext uri="{FF2B5EF4-FFF2-40B4-BE49-F238E27FC236}">
                <a16:creationId xmlns:a16="http://schemas.microsoft.com/office/drawing/2014/main" id="{48F06D55-8BF3-02F4-4874-3B29E8E25783}"/>
              </a:ext>
            </a:extLst>
          </p:cNvPr>
          <p:cNvGrpSpPr/>
          <p:nvPr/>
        </p:nvGrpSpPr>
        <p:grpSpPr>
          <a:xfrm>
            <a:off x="678072" y="1256427"/>
            <a:ext cx="1336202" cy="448726"/>
            <a:chOff x="678072" y="1256427"/>
            <a:chExt cx="1336202" cy="448726"/>
          </a:xfrm>
        </p:grpSpPr>
        <p:sp>
          <p:nvSpPr>
            <p:cNvPr id="106" name="ln_input_0_front_0">
              <a:extLst>
                <a:ext uri="{FF2B5EF4-FFF2-40B4-BE49-F238E27FC236}">
                  <a16:creationId xmlns:a16="http://schemas.microsoft.com/office/drawing/2014/main" id="{FD725B62-5DEB-FA25-5F36-EB9D55CAEFCD}"/>
                </a:ext>
              </a:extLst>
            </p:cNvPr>
            <p:cNvSpPr/>
            <p:nvPr/>
          </p:nvSpPr>
          <p:spPr>
            <a:xfrm>
              <a:off x="678072" y="1376087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ln_input_0_top_0">
              <a:extLst>
                <a:ext uri="{FF2B5EF4-FFF2-40B4-BE49-F238E27FC236}">
                  <a16:creationId xmlns:a16="http://schemas.microsoft.com/office/drawing/2014/main" id="{57939BEC-60BB-B2C6-B538-91A7BB29F8D6}"/>
                </a:ext>
              </a:extLst>
            </p:cNvPr>
            <p:cNvSpPr/>
            <p:nvPr/>
          </p:nvSpPr>
          <p:spPr>
            <a:xfrm>
              <a:off x="678072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ln_input_0_front_1">
              <a:extLst>
                <a:ext uri="{FF2B5EF4-FFF2-40B4-BE49-F238E27FC236}">
                  <a16:creationId xmlns:a16="http://schemas.microsoft.com/office/drawing/2014/main" id="{A13220FC-E7E8-1D0F-425C-01271D3ACE8C}"/>
                </a:ext>
              </a:extLst>
            </p:cNvPr>
            <p:cNvSpPr/>
            <p:nvPr/>
          </p:nvSpPr>
          <p:spPr>
            <a:xfrm>
              <a:off x="982207" y="1376087"/>
              <a:ext cx="304136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ln_input_0_top_1">
              <a:extLst>
                <a:ext uri="{FF2B5EF4-FFF2-40B4-BE49-F238E27FC236}">
                  <a16:creationId xmlns:a16="http://schemas.microsoft.com/office/drawing/2014/main" id="{E4A3E97B-E23D-B91A-168F-10B31C5C999B}"/>
                </a:ext>
              </a:extLst>
            </p:cNvPr>
            <p:cNvSpPr/>
            <p:nvPr/>
          </p:nvSpPr>
          <p:spPr>
            <a:xfrm>
              <a:off x="982207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ln_input_0_front_2">
              <a:extLst>
                <a:ext uri="{FF2B5EF4-FFF2-40B4-BE49-F238E27FC236}">
                  <a16:creationId xmlns:a16="http://schemas.microsoft.com/office/drawing/2014/main" id="{E2AA95DA-65FB-BA2B-CF6D-9DC6ED1F4CBC}"/>
                </a:ext>
              </a:extLst>
            </p:cNvPr>
            <p:cNvSpPr/>
            <p:nvPr/>
          </p:nvSpPr>
          <p:spPr>
            <a:xfrm>
              <a:off x="1286342" y="1376087"/>
              <a:ext cx="304136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ln_input_0_top_2">
              <a:extLst>
                <a:ext uri="{FF2B5EF4-FFF2-40B4-BE49-F238E27FC236}">
                  <a16:creationId xmlns:a16="http://schemas.microsoft.com/office/drawing/2014/main" id="{E0F88090-8E67-5CA9-45D2-4A9F1609594F}"/>
                </a:ext>
              </a:extLst>
            </p:cNvPr>
            <p:cNvSpPr/>
            <p:nvPr/>
          </p:nvSpPr>
          <p:spPr>
            <a:xfrm>
              <a:off x="1286342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ln_input_0_front_3">
              <a:extLst>
                <a:ext uri="{FF2B5EF4-FFF2-40B4-BE49-F238E27FC236}">
                  <a16:creationId xmlns:a16="http://schemas.microsoft.com/office/drawing/2014/main" id="{0F1424DF-3241-223F-A3B0-C831AE7709D2}"/>
                </a:ext>
              </a:extLst>
            </p:cNvPr>
            <p:cNvSpPr/>
            <p:nvPr/>
          </p:nvSpPr>
          <p:spPr>
            <a:xfrm>
              <a:off x="1590478" y="1376087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ln_input_0_top_3">
              <a:extLst>
                <a:ext uri="{FF2B5EF4-FFF2-40B4-BE49-F238E27FC236}">
                  <a16:creationId xmlns:a16="http://schemas.microsoft.com/office/drawing/2014/main" id="{E141CAEB-BE8C-AC61-0783-31DB916AB9EF}"/>
                </a:ext>
              </a:extLst>
            </p:cNvPr>
            <p:cNvSpPr/>
            <p:nvPr/>
          </p:nvSpPr>
          <p:spPr>
            <a:xfrm>
              <a:off x="1590478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ln_input_0_side">
              <a:extLst>
                <a:ext uri="{FF2B5EF4-FFF2-40B4-BE49-F238E27FC236}">
                  <a16:creationId xmlns:a16="http://schemas.microsoft.com/office/drawing/2014/main" id="{74205847-3DC9-BF9C-186C-CA2726FF096F}"/>
                </a:ext>
              </a:extLst>
            </p:cNvPr>
            <p:cNvSpPr/>
            <p:nvPr/>
          </p:nvSpPr>
          <p:spPr>
            <a:xfrm>
              <a:off x="1894613" y="1256427"/>
              <a:ext cx="119661" cy="448726"/>
            </a:xfrm>
            <a:custGeom>
              <a:avLst/>
              <a:gdLst/>
              <a:ahLst/>
              <a:cxnLst/>
              <a:rect l="0" t="0" r="0" b="0"/>
              <a:pathLst>
                <a:path w="119661" h="448726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34" name="ln_output_0">
            <a:extLst>
              <a:ext uri="{FF2B5EF4-FFF2-40B4-BE49-F238E27FC236}">
                <a16:creationId xmlns:a16="http://schemas.microsoft.com/office/drawing/2014/main" id="{A78228C8-D8B4-AE0E-4638-C3690F850586}"/>
              </a:ext>
            </a:extLst>
          </p:cNvPr>
          <p:cNvGrpSpPr/>
          <p:nvPr/>
        </p:nvGrpSpPr>
        <p:grpSpPr>
          <a:xfrm>
            <a:off x="4457326" y="1256427"/>
            <a:ext cx="1336202" cy="448726"/>
            <a:chOff x="4457326" y="1256427"/>
            <a:chExt cx="1336202" cy="448726"/>
          </a:xfrm>
        </p:grpSpPr>
        <p:sp>
          <p:nvSpPr>
            <p:cNvPr id="115" name="ln_output_0_front_0">
              <a:extLst>
                <a:ext uri="{FF2B5EF4-FFF2-40B4-BE49-F238E27FC236}">
                  <a16:creationId xmlns:a16="http://schemas.microsoft.com/office/drawing/2014/main" id="{14AFD483-595B-D425-5832-B207F7E60A09}"/>
                </a:ext>
              </a:extLst>
            </p:cNvPr>
            <p:cNvSpPr/>
            <p:nvPr/>
          </p:nvSpPr>
          <p:spPr>
            <a:xfrm>
              <a:off x="4457326" y="1376087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ln_output_0_top_0">
              <a:extLst>
                <a:ext uri="{FF2B5EF4-FFF2-40B4-BE49-F238E27FC236}">
                  <a16:creationId xmlns:a16="http://schemas.microsoft.com/office/drawing/2014/main" id="{4746C9F0-E517-96DD-6E9F-DD8EAA87E162}"/>
                </a:ext>
              </a:extLst>
            </p:cNvPr>
            <p:cNvSpPr/>
            <p:nvPr/>
          </p:nvSpPr>
          <p:spPr>
            <a:xfrm>
              <a:off x="4457326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ln_output_0_front_1">
              <a:extLst>
                <a:ext uri="{FF2B5EF4-FFF2-40B4-BE49-F238E27FC236}">
                  <a16:creationId xmlns:a16="http://schemas.microsoft.com/office/drawing/2014/main" id="{768FB1E3-0584-AE1F-E64A-08D60742A43E}"/>
                </a:ext>
              </a:extLst>
            </p:cNvPr>
            <p:cNvSpPr/>
            <p:nvPr/>
          </p:nvSpPr>
          <p:spPr>
            <a:xfrm>
              <a:off x="4761461" y="1376087"/>
              <a:ext cx="304136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ln_output_0_top_1">
              <a:extLst>
                <a:ext uri="{FF2B5EF4-FFF2-40B4-BE49-F238E27FC236}">
                  <a16:creationId xmlns:a16="http://schemas.microsoft.com/office/drawing/2014/main" id="{D9584810-1C94-1D15-B075-593BE527179A}"/>
                </a:ext>
              </a:extLst>
            </p:cNvPr>
            <p:cNvSpPr/>
            <p:nvPr/>
          </p:nvSpPr>
          <p:spPr>
            <a:xfrm>
              <a:off x="4761461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ln_output_0_front_2">
              <a:extLst>
                <a:ext uri="{FF2B5EF4-FFF2-40B4-BE49-F238E27FC236}">
                  <a16:creationId xmlns:a16="http://schemas.microsoft.com/office/drawing/2014/main" id="{07B8247E-F5D9-3961-5E4C-F6A49D868B8E}"/>
                </a:ext>
              </a:extLst>
            </p:cNvPr>
            <p:cNvSpPr/>
            <p:nvPr/>
          </p:nvSpPr>
          <p:spPr>
            <a:xfrm>
              <a:off x="5065597" y="1376087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ln_output_0_top_2">
              <a:extLst>
                <a:ext uri="{FF2B5EF4-FFF2-40B4-BE49-F238E27FC236}">
                  <a16:creationId xmlns:a16="http://schemas.microsoft.com/office/drawing/2014/main" id="{F022FE01-D141-EF1A-3805-95DD55F100B4}"/>
                </a:ext>
              </a:extLst>
            </p:cNvPr>
            <p:cNvSpPr/>
            <p:nvPr/>
          </p:nvSpPr>
          <p:spPr>
            <a:xfrm>
              <a:off x="5065597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ln_output_0_front_3">
              <a:extLst>
                <a:ext uri="{FF2B5EF4-FFF2-40B4-BE49-F238E27FC236}">
                  <a16:creationId xmlns:a16="http://schemas.microsoft.com/office/drawing/2014/main" id="{7A0ED297-3ED4-F0A0-E20F-9449B388EDA5}"/>
                </a:ext>
              </a:extLst>
            </p:cNvPr>
            <p:cNvSpPr/>
            <p:nvPr/>
          </p:nvSpPr>
          <p:spPr>
            <a:xfrm>
              <a:off x="5369732" y="1376087"/>
              <a:ext cx="304135" cy="329065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ln_output_0_top_3">
              <a:extLst>
                <a:ext uri="{FF2B5EF4-FFF2-40B4-BE49-F238E27FC236}">
                  <a16:creationId xmlns:a16="http://schemas.microsoft.com/office/drawing/2014/main" id="{1D61BAE5-D79E-D79F-9A04-E44B4600B0FB}"/>
                </a:ext>
              </a:extLst>
            </p:cNvPr>
            <p:cNvSpPr/>
            <p:nvPr/>
          </p:nvSpPr>
          <p:spPr>
            <a:xfrm>
              <a:off x="5369732" y="1256427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ln_output_0_side">
              <a:extLst>
                <a:ext uri="{FF2B5EF4-FFF2-40B4-BE49-F238E27FC236}">
                  <a16:creationId xmlns:a16="http://schemas.microsoft.com/office/drawing/2014/main" id="{474B47CF-1D49-631A-7F16-55A96E27C9E7}"/>
                </a:ext>
              </a:extLst>
            </p:cNvPr>
            <p:cNvSpPr/>
            <p:nvPr/>
          </p:nvSpPr>
          <p:spPr>
            <a:xfrm>
              <a:off x="5673867" y="1256427"/>
              <a:ext cx="119661" cy="448726"/>
            </a:xfrm>
            <a:custGeom>
              <a:avLst/>
              <a:gdLst/>
              <a:ahLst/>
              <a:cxnLst/>
              <a:rect l="0" t="0" r="0" b="0"/>
              <a:pathLst>
                <a:path w="119661" h="448726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35" name="ln_input_1">
            <a:extLst>
              <a:ext uri="{FF2B5EF4-FFF2-40B4-BE49-F238E27FC236}">
                <a16:creationId xmlns:a16="http://schemas.microsoft.com/office/drawing/2014/main" id="{22D01D5F-18A2-4EBB-942F-E947AB348204}"/>
              </a:ext>
            </a:extLst>
          </p:cNvPr>
          <p:cNvGrpSpPr/>
          <p:nvPr/>
        </p:nvGrpSpPr>
        <p:grpSpPr>
          <a:xfrm>
            <a:off x="678072" y="1864698"/>
            <a:ext cx="1336202" cy="448725"/>
            <a:chOff x="678072" y="1864698"/>
            <a:chExt cx="1336202" cy="448725"/>
          </a:xfrm>
        </p:grpSpPr>
        <p:sp>
          <p:nvSpPr>
            <p:cNvPr id="124" name="ln_input_1_front_0">
              <a:extLst>
                <a:ext uri="{FF2B5EF4-FFF2-40B4-BE49-F238E27FC236}">
                  <a16:creationId xmlns:a16="http://schemas.microsoft.com/office/drawing/2014/main" id="{1FA3A886-6E5D-AF9C-D995-2D2DA0106C05}"/>
                </a:ext>
              </a:extLst>
            </p:cNvPr>
            <p:cNvSpPr/>
            <p:nvPr/>
          </p:nvSpPr>
          <p:spPr>
            <a:xfrm>
              <a:off x="678072" y="1984358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ln_input_1_top_0">
              <a:extLst>
                <a:ext uri="{FF2B5EF4-FFF2-40B4-BE49-F238E27FC236}">
                  <a16:creationId xmlns:a16="http://schemas.microsoft.com/office/drawing/2014/main" id="{79D38929-FD1D-4029-323E-1F87D03377DF}"/>
                </a:ext>
              </a:extLst>
            </p:cNvPr>
            <p:cNvSpPr/>
            <p:nvPr/>
          </p:nvSpPr>
          <p:spPr>
            <a:xfrm>
              <a:off x="678072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ln_input_1_front_1">
              <a:extLst>
                <a:ext uri="{FF2B5EF4-FFF2-40B4-BE49-F238E27FC236}">
                  <a16:creationId xmlns:a16="http://schemas.microsoft.com/office/drawing/2014/main" id="{C4EC3B61-51BF-035A-53FC-AB38594B1D55}"/>
                </a:ext>
              </a:extLst>
            </p:cNvPr>
            <p:cNvSpPr/>
            <p:nvPr/>
          </p:nvSpPr>
          <p:spPr>
            <a:xfrm>
              <a:off x="982207" y="1984358"/>
              <a:ext cx="304136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ln_input_1_top_1">
              <a:extLst>
                <a:ext uri="{FF2B5EF4-FFF2-40B4-BE49-F238E27FC236}">
                  <a16:creationId xmlns:a16="http://schemas.microsoft.com/office/drawing/2014/main" id="{64E840A9-54CA-8E16-58AC-876A5EBFBA37}"/>
                </a:ext>
              </a:extLst>
            </p:cNvPr>
            <p:cNvSpPr/>
            <p:nvPr/>
          </p:nvSpPr>
          <p:spPr>
            <a:xfrm>
              <a:off x="982207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ln_input_1_front_2">
              <a:extLst>
                <a:ext uri="{FF2B5EF4-FFF2-40B4-BE49-F238E27FC236}">
                  <a16:creationId xmlns:a16="http://schemas.microsoft.com/office/drawing/2014/main" id="{E9CDD706-2488-74C1-0CA9-8EC3C5CE910A}"/>
                </a:ext>
              </a:extLst>
            </p:cNvPr>
            <p:cNvSpPr/>
            <p:nvPr/>
          </p:nvSpPr>
          <p:spPr>
            <a:xfrm>
              <a:off x="1286342" y="1984358"/>
              <a:ext cx="304136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ln_input_1_top_2">
              <a:extLst>
                <a:ext uri="{FF2B5EF4-FFF2-40B4-BE49-F238E27FC236}">
                  <a16:creationId xmlns:a16="http://schemas.microsoft.com/office/drawing/2014/main" id="{9340C8AE-898E-AD69-87C2-E793F8813154}"/>
                </a:ext>
              </a:extLst>
            </p:cNvPr>
            <p:cNvSpPr/>
            <p:nvPr/>
          </p:nvSpPr>
          <p:spPr>
            <a:xfrm>
              <a:off x="1286342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ln_input_1_front_3">
              <a:extLst>
                <a:ext uri="{FF2B5EF4-FFF2-40B4-BE49-F238E27FC236}">
                  <a16:creationId xmlns:a16="http://schemas.microsoft.com/office/drawing/2014/main" id="{3832BF77-48E1-6095-93A2-B8E2D0A2416E}"/>
                </a:ext>
              </a:extLst>
            </p:cNvPr>
            <p:cNvSpPr/>
            <p:nvPr/>
          </p:nvSpPr>
          <p:spPr>
            <a:xfrm>
              <a:off x="1590478" y="1984358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ln_input_1_top_3">
              <a:extLst>
                <a:ext uri="{FF2B5EF4-FFF2-40B4-BE49-F238E27FC236}">
                  <a16:creationId xmlns:a16="http://schemas.microsoft.com/office/drawing/2014/main" id="{D5D2397B-AA15-BEF6-27AF-8472A0441883}"/>
                </a:ext>
              </a:extLst>
            </p:cNvPr>
            <p:cNvSpPr/>
            <p:nvPr/>
          </p:nvSpPr>
          <p:spPr>
            <a:xfrm>
              <a:off x="1590478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ln_input_1_side">
              <a:extLst>
                <a:ext uri="{FF2B5EF4-FFF2-40B4-BE49-F238E27FC236}">
                  <a16:creationId xmlns:a16="http://schemas.microsoft.com/office/drawing/2014/main" id="{8E0FA0C5-CC83-9991-439D-A61A57B5E15A}"/>
                </a:ext>
              </a:extLst>
            </p:cNvPr>
            <p:cNvSpPr/>
            <p:nvPr/>
          </p:nvSpPr>
          <p:spPr>
            <a:xfrm>
              <a:off x="1894613" y="186469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36" name="ln_output_1">
            <a:extLst>
              <a:ext uri="{FF2B5EF4-FFF2-40B4-BE49-F238E27FC236}">
                <a16:creationId xmlns:a16="http://schemas.microsoft.com/office/drawing/2014/main" id="{FEC30A66-7FF9-C496-974D-F559A5A617CE}"/>
              </a:ext>
            </a:extLst>
          </p:cNvPr>
          <p:cNvGrpSpPr/>
          <p:nvPr/>
        </p:nvGrpSpPr>
        <p:grpSpPr>
          <a:xfrm>
            <a:off x="4457326" y="1864698"/>
            <a:ext cx="1336202" cy="448725"/>
            <a:chOff x="4457326" y="1864698"/>
            <a:chExt cx="1336202" cy="448725"/>
          </a:xfrm>
        </p:grpSpPr>
        <p:sp>
          <p:nvSpPr>
            <p:cNvPr id="133" name="ln_output_1_front_0">
              <a:extLst>
                <a:ext uri="{FF2B5EF4-FFF2-40B4-BE49-F238E27FC236}">
                  <a16:creationId xmlns:a16="http://schemas.microsoft.com/office/drawing/2014/main" id="{88984793-CF7F-20EA-7588-44D519F81D49}"/>
                </a:ext>
              </a:extLst>
            </p:cNvPr>
            <p:cNvSpPr/>
            <p:nvPr/>
          </p:nvSpPr>
          <p:spPr>
            <a:xfrm>
              <a:off x="4457326" y="1984358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ln_output_1_top_0">
              <a:extLst>
                <a:ext uri="{FF2B5EF4-FFF2-40B4-BE49-F238E27FC236}">
                  <a16:creationId xmlns:a16="http://schemas.microsoft.com/office/drawing/2014/main" id="{48FB17EA-02B8-8CCD-64BC-8A357F9D5D1C}"/>
                </a:ext>
              </a:extLst>
            </p:cNvPr>
            <p:cNvSpPr/>
            <p:nvPr/>
          </p:nvSpPr>
          <p:spPr>
            <a:xfrm>
              <a:off x="4457326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ln_output_1_front_1">
              <a:extLst>
                <a:ext uri="{FF2B5EF4-FFF2-40B4-BE49-F238E27FC236}">
                  <a16:creationId xmlns:a16="http://schemas.microsoft.com/office/drawing/2014/main" id="{41315B98-4AE4-3545-1ED6-8DBB4E14BBDA}"/>
                </a:ext>
              </a:extLst>
            </p:cNvPr>
            <p:cNvSpPr/>
            <p:nvPr/>
          </p:nvSpPr>
          <p:spPr>
            <a:xfrm>
              <a:off x="4761461" y="1984358"/>
              <a:ext cx="304136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ln_output_1_top_1">
              <a:extLst>
                <a:ext uri="{FF2B5EF4-FFF2-40B4-BE49-F238E27FC236}">
                  <a16:creationId xmlns:a16="http://schemas.microsoft.com/office/drawing/2014/main" id="{F9FE8B16-08B2-5218-ECDD-180268657675}"/>
                </a:ext>
              </a:extLst>
            </p:cNvPr>
            <p:cNvSpPr/>
            <p:nvPr/>
          </p:nvSpPr>
          <p:spPr>
            <a:xfrm>
              <a:off x="4761461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ln_output_1_front_2">
              <a:extLst>
                <a:ext uri="{FF2B5EF4-FFF2-40B4-BE49-F238E27FC236}">
                  <a16:creationId xmlns:a16="http://schemas.microsoft.com/office/drawing/2014/main" id="{A9B866F9-3FAA-4A56-03AA-98A442571699}"/>
                </a:ext>
              </a:extLst>
            </p:cNvPr>
            <p:cNvSpPr/>
            <p:nvPr/>
          </p:nvSpPr>
          <p:spPr>
            <a:xfrm>
              <a:off x="5065597" y="1984358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ln_output_1_top_2">
              <a:extLst>
                <a:ext uri="{FF2B5EF4-FFF2-40B4-BE49-F238E27FC236}">
                  <a16:creationId xmlns:a16="http://schemas.microsoft.com/office/drawing/2014/main" id="{16480AD7-DF4D-E123-A05F-E00E0985B505}"/>
                </a:ext>
              </a:extLst>
            </p:cNvPr>
            <p:cNvSpPr/>
            <p:nvPr/>
          </p:nvSpPr>
          <p:spPr>
            <a:xfrm>
              <a:off x="5065597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ln_output_1_front_3">
              <a:extLst>
                <a:ext uri="{FF2B5EF4-FFF2-40B4-BE49-F238E27FC236}">
                  <a16:creationId xmlns:a16="http://schemas.microsoft.com/office/drawing/2014/main" id="{8C7A49EB-8F71-1B27-5673-B59E1AF4D4D6}"/>
                </a:ext>
              </a:extLst>
            </p:cNvPr>
            <p:cNvSpPr/>
            <p:nvPr/>
          </p:nvSpPr>
          <p:spPr>
            <a:xfrm>
              <a:off x="5369732" y="1984358"/>
              <a:ext cx="304135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ln_output_1_top_3">
              <a:extLst>
                <a:ext uri="{FF2B5EF4-FFF2-40B4-BE49-F238E27FC236}">
                  <a16:creationId xmlns:a16="http://schemas.microsoft.com/office/drawing/2014/main" id="{3A7649C8-CFEA-3F92-3829-2D25F4454342}"/>
                </a:ext>
              </a:extLst>
            </p:cNvPr>
            <p:cNvSpPr/>
            <p:nvPr/>
          </p:nvSpPr>
          <p:spPr>
            <a:xfrm>
              <a:off x="5369732" y="1864698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ln_output_1_side">
              <a:extLst>
                <a:ext uri="{FF2B5EF4-FFF2-40B4-BE49-F238E27FC236}">
                  <a16:creationId xmlns:a16="http://schemas.microsoft.com/office/drawing/2014/main" id="{3CCBE623-9B7A-9F63-9B79-C60FE689BEAD}"/>
                </a:ext>
              </a:extLst>
            </p:cNvPr>
            <p:cNvSpPr/>
            <p:nvPr/>
          </p:nvSpPr>
          <p:spPr>
            <a:xfrm>
              <a:off x="5673867" y="186469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37" name="ln_input_2">
            <a:extLst>
              <a:ext uri="{FF2B5EF4-FFF2-40B4-BE49-F238E27FC236}">
                <a16:creationId xmlns:a16="http://schemas.microsoft.com/office/drawing/2014/main" id="{5562D5B3-CE29-27C8-AF93-04F1F2ABB919}"/>
              </a:ext>
            </a:extLst>
          </p:cNvPr>
          <p:cNvGrpSpPr/>
          <p:nvPr/>
        </p:nvGrpSpPr>
        <p:grpSpPr>
          <a:xfrm>
            <a:off x="678072" y="2482940"/>
            <a:ext cx="1336202" cy="448725"/>
            <a:chOff x="678072" y="2482940"/>
            <a:chExt cx="1336202" cy="448725"/>
          </a:xfrm>
        </p:grpSpPr>
        <p:sp>
          <p:nvSpPr>
            <p:cNvPr id="142" name="ln_input_2_front_0">
              <a:extLst>
                <a:ext uri="{FF2B5EF4-FFF2-40B4-BE49-F238E27FC236}">
                  <a16:creationId xmlns:a16="http://schemas.microsoft.com/office/drawing/2014/main" id="{C1E819C7-E648-0E5B-317E-CB91D6D7DCF8}"/>
                </a:ext>
              </a:extLst>
            </p:cNvPr>
            <p:cNvSpPr/>
            <p:nvPr/>
          </p:nvSpPr>
          <p:spPr>
            <a:xfrm>
              <a:off x="678072" y="2602600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ln_input_2_top_0">
              <a:extLst>
                <a:ext uri="{FF2B5EF4-FFF2-40B4-BE49-F238E27FC236}">
                  <a16:creationId xmlns:a16="http://schemas.microsoft.com/office/drawing/2014/main" id="{E7AB726E-8DEC-B79E-7C91-5BBEBF520F71}"/>
                </a:ext>
              </a:extLst>
            </p:cNvPr>
            <p:cNvSpPr/>
            <p:nvPr/>
          </p:nvSpPr>
          <p:spPr>
            <a:xfrm>
              <a:off x="678072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ln_input_2_front_1">
              <a:extLst>
                <a:ext uri="{FF2B5EF4-FFF2-40B4-BE49-F238E27FC236}">
                  <a16:creationId xmlns:a16="http://schemas.microsoft.com/office/drawing/2014/main" id="{E759EF01-4A79-37E4-C601-93B614EE6B8C}"/>
                </a:ext>
              </a:extLst>
            </p:cNvPr>
            <p:cNvSpPr/>
            <p:nvPr/>
          </p:nvSpPr>
          <p:spPr>
            <a:xfrm>
              <a:off x="982207" y="2602600"/>
              <a:ext cx="304136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ln_input_2_top_1">
              <a:extLst>
                <a:ext uri="{FF2B5EF4-FFF2-40B4-BE49-F238E27FC236}">
                  <a16:creationId xmlns:a16="http://schemas.microsoft.com/office/drawing/2014/main" id="{AB45F658-1440-24E7-6C14-9A9E98A520BD}"/>
                </a:ext>
              </a:extLst>
            </p:cNvPr>
            <p:cNvSpPr/>
            <p:nvPr/>
          </p:nvSpPr>
          <p:spPr>
            <a:xfrm>
              <a:off x="982207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ln_input_2_front_2">
              <a:extLst>
                <a:ext uri="{FF2B5EF4-FFF2-40B4-BE49-F238E27FC236}">
                  <a16:creationId xmlns:a16="http://schemas.microsoft.com/office/drawing/2014/main" id="{6129598F-5D14-03F5-C3ED-5B68113D5289}"/>
                </a:ext>
              </a:extLst>
            </p:cNvPr>
            <p:cNvSpPr/>
            <p:nvPr/>
          </p:nvSpPr>
          <p:spPr>
            <a:xfrm>
              <a:off x="1286342" y="2602600"/>
              <a:ext cx="304136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ln_input_2_top_2">
              <a:extLst>
                <a:ext uri="{FF2B5EF4-FFF2-40B4-BE49-F238E27FC236}">
                  <a16:creationId xmlns:a16="http://schemas.microsoft.com/office/drawing/2014/main" id="{0774E079-2137-ABC7-D561-F87152EE3A3B}"/>
                </a:ext>
              </a:extLst>
            </p:cNvPr>
            <p:cNvSpPr/>
            <p:nvPr/>
          </p:nvSpPr>
          <p:spPr>
            <a:xfrm>
              <a:off x="1286342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ln_input_2_front_3">
              <a:extLst>
                <a:ext uri="{FF2B5EF4-FFF2-40B4-BE49-F238E27FC236}">
                  <a16:creationId xmlns:a16="http://schemas.microsoft.com/office/drawing/2014/main" id="{6DE94843-D879-7388-4CB7-2821802F266C}"/>
                </a:ext>
              </a:extLst>
            </p:cNvPr>
            <p:cNvSpPr/>
            <p:nvPr/>
          </p:nvSpPr>
          <p:spPr>
            <a:xfrm>
              <a:off x="1590478" y="2602600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ln_input_2_top_3">
              <a:extLst>
                <a:ext uri="{FF2B5EF4-FFF2-40B4-BE49-F238E27FC236}">
                  <a16:creationId xmlns:a16="http://schemas.microsoft.com/office/drawing/2014/main" id="{7F91E99A-39E2-0417-CBFA-04333AC05349}"/>
                </a:ext>
              </a:extLst>
            </p:cNvPr>
            <p:cNvSpPr/>
            <p:nvPr/>
          </p:nvSpPr>
          <p:spPr>
            <a:xfrm>
              <a:off x="1590478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ln_input_2_side">
              <a:extLst>
                <a:ext uri="{FF2B5EF4-FFF2-40B4-BE49-F238E27FC236}">
                  <a16:creationId xmlns:a16="http://schemas.microsoft.com/office/drawing/2014/main" id="{2D2D12ED-91D4-2FA2-04FE-F09A7A52E8EE}"/>
                </a:ext>
              </a:extLst>
            </p:cNvPr>
            <p:cNvSpPr/>
            <p:nvPr/>
          </p:nvSpPr>
          <p:spPr>
            <a:xfrm>
              <a:off x="1894613" y="2482940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38" name="ln_output_2">
            <a:extLst>
              <a:ext uri="{FF2B5EF4-FFF2-40B4-BE49-F238E27FC236}">
                <a16:creationId xmlns:a16="http://schemas.microsoft.com/office/drawing/2014/main" id="{52D41107-4F96-615D-6863-7AAA428B5605}"/>
              </a:ext>
            </a:extLst>
          </p:cNvPr>
          <p:cNvGrpSpPr/>
          <p:nvPr/>
        </p:nvGrpSpPr>
        <p:grpSpPr>
          <a:xfrm>
            <a:off x="4457326" y="2482940"/>
            <a:ext cx="1336202" cy="448725"/>
            <a:chOff x="4457326" y="2482940"/>
            <a:chExt cx="1336202" cy="448725"/>
          </a:xfrm>
        </p:grpSpPr>
        <p:sp>
          <p:nvSpPr>
            <p:cNvPr id="151" name="ln_output_2_front_0">
              <a:extLst>
                <a:ext uri="{FF2B5EF4-FFF2-40B4-BE49-F238E27FC236}">
                  <a16:creationId xmlns:a16="http://schemas.microsoft.com/office/drawing/2014/main" id="{2688ED13-735F-098C-6B36-F81740067D32}"/>
                </a:ext>
              </a:extLst>
            </p:cNvPr>
            <p:cNvSpPr/>
            <p:nvPr/>
          </p:nvSpPr>
          <p:spPr>
            <a:xfrm>
              <a:off x="4457326" y="2602600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ln_output_2_top_0">
              <a:extLst>
                <a:ext uri="{FF2B5EF4-FFF2-40B4-BE49-F238E27FC236}">
                  <a16:creationId xmlns:a16="http://schemas.microsoft.com/office/drawing/2014/main" id="{EC48F2B2-855B-9DDD-02F3-59B5CAE4A4A2}"/>
                </a:ext>
              </a:extLst>
            </p:cNvPr>
            <p:cNvSpPr/>
            <p:nvPr/>
          </p:nvSpPr>
          <p:spPr>
            <a:xfrm>
              <a:off x="4457326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ln_output_2_front_1">
              <a:extLst>
                <a:ext uri="{FF2B5EF4-FFF2-40B4-BE49-F238E27FC236}">
                  <a16:creationId xmlns:a16="http://schemas.microsoft.com/office/drawing/2014/main" id="{AF2EE765-2D8C-F107-EF68-0357389257E7}"/>
                </a:ext>
              </a:extLst>
            </p:cNvPr>
            <p:cNvSpPr/>
            <p:nvPr/>
          </p:nvSpPr>
          <p:spPr>
            <a:xfrm>
              <a:off x="4761461" y="2602600"/>
              <a:ext cx="304136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ln_output_2_top_1">
              <a:extLst>
                <a:ext uri="{FF2B5EF4-FFF2-40B4-BE49-F238E27FC236}">
                  <a16:creationId xmlns:a16="http://schemas.microsoft.com/office/drawing/2014/main" id="{F7D19093-B0CA-76D8-BB58-66575C1CBC26}"/>
                </a:ext>
              </a:extLst>
            </p:cNvPr>
            <p:cNvSpPr/>
            <p:nvPr/>
          </p:nvSpPr>
          <p:spPr>
            <a:xfrm>
              <a:off x="4761461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6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ln_output_2_front_2">
              <a:extLst>
                <a:ext uri="{FF2B5EF4-FFF2-40B4-BE49-F238E27FC236}">
                  <a16:creationId xmlns:a16="http://schemas.microsoft.com/office/drawing/2014/main" id="{7D54BE1D-ADCA-B547-855B-DBE1071AE55E}"/>
                </a:ext>
              </a:extLst>
            </p:cNvPr>
            <p:cNvSpPr/>
            <p:nvPr/>
          </p:nvSpPr>
          <p:spPr>
            <a:xfrm>
              <a:off x="5065597" y="2602600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ln_output_2_top_2">
              <a:extLst>
                <a:ext uri="{FF2B5EF4-FFF2-40B4-BE49-F238E27FC236}">
                  <a16:creationId xmlns:a16="http://schemas.microsoft.com/office/drawing/2014/main" id="{121C3E7B-836B-E7D7-880D-80BCA0249E33}"/>
                </a:ext>
              </a:extLst>
            </p:cNvPr>
            <p:cNvSpPr/>
            <p:nvPr/>
          </p:nvSpPr>
          <p:spPr>
            <a:xfrm>
              <a:off x="5065597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59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ln_output_2_front_3">
              <a:extLst>
                <a:ext uri="{FF2B5EF4-FFF2-40B4-BE49-F238E27FC236}">
                  <a16:creationId xmlns:a16="http://schemas.microsoft.com/office/drawing/2014/main" id="{50E28F96-B0FD-3CC2-1064-2AA929DAC950}"/>
                </a:ext>
              </a:extLst>
            </p:cNvPr>
            <p:cNvSpPr/>
            <p:nvPr/>
          </p:nvSpPr>
          <p:spPr>
            <a:xfrm>
              <a:off x="5369732" y="2602600"/>
              <a:ext cx="304135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ln_output_2_top_3">
              <a:extLst>
                <a:ext uri="{FF2B5EF4-FFF2-40B4-BE49-F238E27FC236}">
                  <a16:creationId xmlns:a16="http://schemas.microsoft.com/office/drawing/2014/main" id="{F9E3FCF9-0696-1CE8-169B-7D9E8DE66F1B}"/>
                </a:ext>
              </a:extLst>
            </p:cNvPr>
            <p:cNvSpPr/>
            <p:nvPr/>
          </p:nvSpPr>
          <p:spPr>
            <a:xfrm>
              <a:off x="5369732" y="2482940"/>
              <a:ext cx="423796" cy="119661"/>
            </a:xfrm>
            <a:custGeom>
              <a:avLst/>
              <a:gdLst/>
              <a:ahLst/>
              <a:cxnLst/>
              <a:rect l="0" t="0" r="0" b="0"/>
              <a:pathLst>
                <a:path w="423796" h="119661">
                  <a:moveTo>
                    <a:pt x="0" y="119660"/>
                  </a:moveTo>
                  <a:lnTo>
                    <a:pt x="119660" y="0"/>
                  </a:lnTo>
                  <a:lnTo>
                    <a:pt x="423795" y="0"/>
                  </a:lnTo>
                  <a:lnTo>
                    <a:pt x="304135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ln_output_2_side">
              <a:extLst>
                <a:ext uri="{FF2B5EF4-FFF2-40B4-BE49-F238E27FC236}">
                  <a16:creationId xmlns:a16="http://schemas.microsoft.com/office/drawing/2014/main" id="{DBA7A89C-36E9-2AB4-C5FB-8E78D6BF990C}"/>
                </a:ext>
              </a:extLst>
            </p:cNvPr>
            <p:cNvSpPr/>
            <p:nvPr/>
          </p:nvSpPr>
          <p:spPr>
            <a:xfrm>
              <a:off x="5673867" y="2482940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0" name="ln_mu_statistic">
            <a:extLst>
              <a:ext uri="{FF2B5EF4-FFF2-40B4-BE49-F238E27FC236}">
                <a16:creationId xmlns:a16="http://schemas.microsoft.com/office/drawing/2014/main" id="{157AD391-066B-7805-CCF7-274A0E278872}"/>
              </a:ext>
            </a:extLst>
          </p:cNvPr>
          <p:cNvGrpSpPr/>
          <p:nvPr/>
        </p:nvGrpSpPr>
        <p:grpSpPr>
          <a:xfrm>
            <a:off x="2792061" y="2034216"/>
            <a:ext cx="279207" cy="717959"/>
            <a:chOff x="2792061" y="2034216"/>
            <a:chExt cx="279207" cy="717959"/>
          </a:xfrm>
        </p:grpSpPr>
        <p:sp>
          <p:nvSpPr>
            <p:cNvPr id="171" name="ln_mu_front_0">
              <a:extLst>
                <a:ext uri="{FF2B5EF4-FFF2-40B4-BE49-F238E27FC236}">
                  <a16:creationId xmlns:a16="http://schemas.microsoft.com/office/drawing/2014/main" id="{33B31C25-F67E-EBB3-F0AE-41FC711B2D82}"/>
                </a:ext>
              </a:extLst>
            </p:cNvPr>
            <p:cNvSpPr/>
            <p:nvPr/>
          </p:nvSpPr>
          <p:spPr>
            <a:xfrm>
              <a:off x="2792061" y="2123961"/>
              <a:ext cx="199433" cy="209404"/>
            </a:xfrm>
            <a:prstGeom prst="rect">
              <a:avLst/>
            </a:prstGeom>
            <a:solidFill>
              <a:srgbClr val="41B5CF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ln_mu_side_0">
              <a:extLst>
                <a:ext uri="{FF2B5EF4-FFF2-40B4-BE49-F238E27FC236}">
                  <a16:creationId xmlns:a16="http://schemas.microsoft.com/office/drawing/2014/main" id="{16CC9D03-B5AE-892B-FE4E-6B8D37059AE5}"/>
                </a:ext>
              </a:extLst>
            </p:cNvPr>
            <p:cNvSpPr/>
            <p:nvPr/>
          </p:nvSpPr>
          <p:spPr>
            <a:xfrm>
              <a:off x="2991494" y="2034216"/>
              <a:ext cx="79774" cy="299150"/>
            </a:xfrm>
            <a:custGeom>
              <a:avLst/>
              <a:gdLst/>
              <a:ahLst/>
              <a:cxnLst/>
              <a:rect l="0" t="0" r="0" b="0"/>
              <a:pathLst>
                <a:path w="79774" h="299150">
                  <a:moveTo>
                    <a:pt x="0" y="89745"/>
                  </a:moveTo>
                  <a:lnTo>
                    <a:pt x="79773" y="0"/>
                  </a:lnTo>
                  <a:lnTo>
                    <a:pt x="79773" y="209404"/>
                  </a:lnTo>
                  <a:lnTo>
                    <a:pt x="0" y="299149"/>
                  </a:lnTo>
                  <a:close/>
                </a:path>
              </a:pathLst>
            </a:custGeom>
            <a:solidFill>
              <a:srgbClr val="3492A6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ln_mu_front_1">
              <a:extLst>
                <a:ext uri="{FF2B5EF4-FFF2-40B4-BE49-F238E27FC236}">
                  <a16:creationId xmlns:a16="http://schemas.microsoft.com/office/drawing/2014/main" id="{9D7763F3-7F5A-66FD-83B9-B891C2758B7C}"/>
                </a:ext>
              </a:extLst>
            </p:cNvPr>
            <p:cNvSpPr/>
            <p:nvPr/>
          </p:nvSpPr>
          <p:spPr>
            <a:xfrm>
              <a:off x="2792061" y="2333365"/>
              <a:ext cx="199433" cy="209405"/>
            </a:xfrm>
            <a:prstGeom prst="rect">
              <a:avLst/>
            </a:prstGeom>
            <a:solidFill>
              <a:srgbClr val="008D8B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ln_mu_side_1">
              <a:extLst>
                <a:ext uri="{FF2B5EF4-FFF2-40B4-BE49-F238E27FC236}">
                  <a16:creationId xmlns:a16="http://schemas.microsoft.com/office/drawing/2014/main" id="{95217C1B-451B-9D31-6046-4430162C9669}"/>
                </a:ext>
              </a:extLst>
            </p:cNvPr>
            <p:cNvSpPr/>
            <p:nvPr/>
          </p:nvSpPr>
          <p:spPr>
            <a:xfrm>
              <a:off x="2991494" y="2243620"/>
              <a:ext cx="79774" cy="299151"/>
            </a:xfrm>
            <a:custGeom>
              <a:avLst/>
              <a:gdLst/>
              <a:ahLst/>
              <a:cxnLst/>
              <a:rect l="0" t="0" r="0" b="0"/>
              <a:pathLst>
                <a:path w="79774" h="299151">
                  <a:moveTo>
                    <a:pt x="0" y="89745"/>
                  </a:moveTo>
                  <a:lnTo>
                    <a:pt x="79773" y="0"/>
                  </a:lnTo>
                  <a:lnTo>
                    <a:pt x="79773" y="209405"/>
                  </a:lnTo>
                  <a:lnTo>
                    <a:pt x="0" y="299150"/>
                  </a:lnTo>
                  <a:close/>
                </a:path>
              </a:pathLst>
            </a:custGeom>
            <a:solidFill>
              <a:srgbClr val="007170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ln_mu_front_2">
              <a:extLst>
                <a:ext uri="{FF2B5EF4-FFF2-40B4-BE49-F238E27FC236}">
                  <a16:creationId xmlns:a16="http://schemas.microsoft.com/office/drawing/2014/main" id="{CEBAFCAD-D37B-6C5B-42A4-2CF54EFE6186}"/>
                </a:ext>
              </a:extLst>
            </p:cNvPr>
            <p:cNvSpPr/>
            <p:nvPr/>
          </p:nvSpPr>
          <p:spPr>
            <a:xfrm>
              <a:off x="2792061" y="2542770"/>
              <a:ext cx="199433" cy="209404"/>
            </a:xfrm>
            <a:prstGeom prst="rect">
              <a:avLst/>
            </a:prstGeom>
            <a:solidFill>
              <a:srgbClr val="FFC000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ln_mu_side_2">
              <a:extLst>
                <a:ext uri="{FF2B5EF4-FFF2-40B4-BE49-F238E27FC236}">
                  <a16:creationId xmlns:a16="http://schemas.microsoft.com/office/drawing/2014/main" id="{50B6D414-F9EC-1921-AC97-C8F09943A268}"/>
                </a:ext>
              </a:extLst>
            </p:cNvPr>
            <p:cNvSpPr/>
            <p:nvPr/>
          </p:nvSpPr>
          <p:spPr>
            <a:xfrm>
              <a:off x="2991494" y="2453025"/>
              <a:ext cx="79774" cy="299150"/>
            </a:xfrm>
            <a:custGeom>
              <a:avLst/>
              <a:gdLst/>
              <a:ahLst/>
              <a:cxnLst/>
              <a:rect l="0" t="0" r="0" b="0"/>
              <a:pathLst>
                <a:path w="79774" h="299150">
                  <a:moveTo>
                    <a:pt x="0" y="89745"/>
                  </a:moveTo>
                  <a:lnTo>
                    <a:pt x="79773" y="0"/>
                  </a:lnTo>
                  <a:lnTo>
                    <a:pt x="79773" y="209405"/>
                  </a:lnTo>
                  <a:lnTo>
                    <a:pt x="0" y="299149"/>
                  </a:lnTo>
                  <a:close/>
                </a:path>
              </a:pathLst>
            </a:custGeom>
            <a:solidFill>
              <a:srgbClr val="CD9A00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ln_mu_top">
              <a:extLst>
                <a:ext uri="{FF2B5EF4-FFF2-40B4-BE49-F238E27FC236}">
                  <a16:creationId xmlns:a16="http://schemas.microsoft.com/office/drawing/2014/main" id="{68BB434B-619A-39BB-C569-D28983C3E147}"/>
                </a:ext>
              </a:extLst>
            </p:cNvPr>
            <p:cNvSpPr/>
            <p:nvPr/>
          </p:nvSpPr>
          <p:spPr>
            <a:xfrm>
              <a:off x="2792061" y="2034216"/>
              <a:ext cx="279207" cy="89746"/>
            </a:xfrm>
            <a:custGeom>
              <a:avLst/>
              <a:gdLst/>
              <a:ahLst/>
              <a:cxnLst/>
              <a:rect l="0" t="0" r="0" b="0"/>
              <a:pathLst>
                <a:path w="279207" h="89746">
                  <a:moveTo>
                    <a:pt x="0" y="89745"/>
                  </a:moveTo>
                  <a:lnTo>
                    <a:pt x="79773" y="0"/>
                  </a:lnTo>
                  <a:lnTo>
                    <a:pt x="279206" y="0"/>
                  </a:lnTo>
                  <a:lnTo>
                    <a:pt x="199433" y="89745"/>
                  </a:lnTo>
                  <a:close/>
                </a:path>
              </a:pathLst>
            </a:custGeom>
            <a:solidFill>
              <a:srgbClr val="66C4D8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1" name="ln_sigma_statistic">
            <a:extLst>
              <a:ext uri="{FF2B5EF4-FFF2-40B4-BE49-F238E27FC236}">
                <a16:creationId xmlns:a16="http://schemas.microsoft.com/office/drawing/2014/main" id="{983AC119-D8EE-CB32-4FE1-BA0ECCC0A05E}"/>
              </a:ext>
            </a:extLst>
          </p:cNvPr>
          <p:cNvGrpSpPr/>
          <p:nvPr/>
        </p:nvGrpSpPr>
        <p:grpSpPr>
          <a:xfrm>
            <a:off x="3250757" y="2034216"/>
            <a:ext cx="279207" cy="717959"/>
            <a:chOff x="3250757" y="2034216"/>
            <a:chExt cx="279207" cy="717959"/>
          </a:xfrm>
        </p:grpSpPr>
        <p:sp>
          <p:nvSpPr>
            <p:cNvPr id="178" name="ln_sigma_front_0">
              <a:extLst>
                <a:ext uri="{FF2B5EF4-FFF2-40B4-BE49-F238E27FC236}">
                  <a16:creationId xmlns:a16="http://schemas.microsoft.com/office/drawing/2014/main" id="{D27D150A-4A06-74F1-7209-18BB99380284}"/>
                </a:ext>
              </a:extLst>
            </p:cNvPr>
            <p:cNvSpPr/>
            <p:nvPr/>
          </p:nvSpPr>
          <p:spPr>
            <a:xfrm>
              <a:off x="3250757" y="2123961"/>
              <a:ext cx="199433" cy="209404"/>
            </a:xfrm>
            <a:prstGeom prst="rect">
              <a:avLst/>
            </a:prstGeom>
            <a:solidFill>
              <a:srgbClr val="41B5CF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ln_sigma_side_0">
              <a:extLst>
                <a:ext uri="{FF2B5EF4-FFF2-40B4-BE49-F238E27FC236}">
                  <a16:creationId xmlns:a16="http://schemas.microsoft.com/office/drawing/2014/main" id="{A01EE030-590A-D64D-5ABD-602087CDABA1}"/>
                </a:ext>
              </a:extLst>
            </p:cNvPr>
            <p:cNvSpPr/>
            <p:nvPr/>
          </p:nvSpPr>
          <p:spPr>
            <a:xfrm>
              <a:off x="3450190" y="2034216"/>
              <a:ext cx="79774" cy="299150"/>
            </a:xfrm>
            <a:custGeom>
              <a:avLst/>
              <a:gdLst/>
              <a:ahLst/>
              <a:cxnLst/>
              <a:rect l="0" t="0" r="0" b="0"/>
              <a:pathLst>
                <a:path w="79774" h="299150">
                  <a:moveTo>
                    <a:pt x="0" y="89745"/>
                  </a:moveTo>
                  <a:lnTo>
                    <a:pt x="79773" y="0"/>
                  </a:lnTo>
                  <a:lnTo>
                    <a:pt x="79773" y="209404"/>
                  </a:lnTo>
                  <a:lnTo>
                    <a:pt x="0" y="299149"/>
                  </a:lnTo>
                  <a:close/>
                </a:path>
              </a:pathLst>
            </a:custGeom>
            <a:solidFill>
              <a:srgbClr val="3492A6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ln_sigma_front_1">
              <a:extLst>
                <a:ext uri="{FF2B5EF4-FFF2-40B4-BE49-F238E27FC236}">
                  <a16:creationId xmlns:a16="http://schemas.microsoft.com/office/drawing/2014/main" id="{BB79ECC5-DF72-68B0-3469-5A0E087D4752}"/>
                </a:ext>
              </a:extLst>
            </p:cNvPr>
            <p:cNvSpPr/>
            <p:nvPr/>
          </p:nvSpPr>
          <p:spPr>
            <a:xfrm>
              <a:off x="3250757" y="2333365"/>
              <a:ext cx="199433" cy="209405"/>
            </a:xfrm>
            <a:prstGeom prst="rect">
              <a:avLst/>
            </a:prstGeom>
            <a:solidFill>
              <a:srgbClr val="008D8B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ln_sigma_side_1">
              <a:extLst>
                <a:ext uri="{FF2B5EF4-FFF2-40B4-BE49-F238E27FC236}">
                  <a16:creationId xmlns:a16="http://schemas.microsoft.com/office/drawing/2014/main" id="{FE7A4AF3-79E0-3D39-30B9-10D84253433F}"/>
                </a:ext>
              </a:extLst>
            </p:cNvPr>
            <p:cNvSpPr/>
            <p:nvPr/>
          </p:nvSpPr>
          <p:spPr>
            <a:xfrm>
              <a:off x="3450190" y="2243620"/>
              <a:ext cx="79774" cy="299151"/>
            </a:xfrm>
            <a:custGeom>
              <a:avLst/>
              <a:gdLst/>
              <a:ahLst/>
              <a:cxnLst/>
              <a:rect l="0" t="0" r="0" b="0"/>
              <a:pathLst>
                <a:path w="79774" h="299151">
                  <a:moveTo>
                    <a:pt x="0" y="89745"/>
                  </a:moveTo>
                  <a:lnTo>
                    <a:pt x="79773" y="0"/>
                  </a:lnTo>
                  <a:lnTo>
                    <a:pt x="79773" y="209405"/>
                  </a:lnTo>
                  <a:lnTo>
                    <a:pt x="0" y="299150"/>
                  </a:lnTo>
                  <a:close/>
                </a:path>
              </a:pathLst>
            </a:custGeom>
            <a:solidFill>
              <a:srgbClr val="007170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ln_sigma_front_2">
              <a:extLst>
                <a:ext uri="{FF2B5EF4-FFF2-40B4-BE49-F238E27FC236}">
                  <a16:creationId xmlns:a16="http://schemas.microsoft.com/office/drawing/2014/main" id="{4F797C7E-3C47-6749-7D6F-D233AC88BF39}"/>
                </a:ext>
              </a:extLst>
            </p:cNvPr>
            <p:cNvSpPr/>
            <p:nvPr/>
          </p:nvSpPr>
          <p:spPr>
            <a:xfrm>
              <a:off x="3250757" y="2542770"/>
              <a:ext cx="199433" cy="209404"/>
            </a:xfrm>
            <a:prstGeom prst="rect">
              <a:avLst/>
            </a:prstGeom>
            <a:solidFill>
              <a:srgbClr val="FFC000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ln_sigma_side_2">
              <a:extLst>
                <a:ext uri="{FF2B5EF4-FFF2-40B4-BE49-F238E27FC236}">
                  <a16:creationId xmlns:a16="http://schemas.microsoft.com/office/drawing/2014/main" id="{315E0F2B-DD62-9C4B-D516-6BDCB63DF072}"/>
                </a:ext>
              </a:extLst>
            </p:cNvPr>
            <p:cNvSpPr/>
            <p:nvPr/>
          </p:nvSpPr>
          <p:spPr>
            <a:xfrm>
              <a:off x="3450190" y="2453025"/>
              <a:ext cx="79774" cy="299150"/>
            </a:xfrm>
            <a:custGeom>
              <a:avLst/>
              <a:gdLst/>
              <a:ahLst/>
              <a:cxnLst/>
              <a:rect l="0" t="0" r="0" b="0"/>
              <a:pathLst>
                <a:path w="79774" h="299150">
                  <a:moveTo>
                    <a:pt x="0" y="89745"/>
                  </a:moveTo>
                  <a:lnTo>
                    <a:pt x="79773" y="0"/>
                  </a:lnTo>
                  <a:lnTo>
                    <a:pt x="79773" y="209405"/>
                  </a:lnTo>
                  <a:lnTo>
                    <a:pt x="0" y="299149"/>
                  </a:lnTo>
                  <a:close/>
                </a:path>
              </a:pathLst>
            </a:custGeom>
            <a:solidFill>
              <a:srgbClr val="CD9A00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ln_sigma_top">
              <a:extLst>
                <a:ext uri="{FF2B5EF4-FFF2-40B4-BE49-F238E27FC236}">
                  <a16:creationId xmlns:a16="http://schemas.microsoft.com/office/drawing/2014/main" id="{EA31C2FF-A035-303A-FE81-F7C6C7FACFD8}"/>
                </a:ext>
              </a:extLst>
            </p:cNvPr>
            <p:cNvSpPr/>
            <p:nvPr/>
          </p:nvSpPr>
          <p:spPr>
            <a:xfrm>
              <a:off x="3250757" y="2034216"/>
              <a:ext cx="279207" cy="89746"/>
            </a:xfrm>
            <a:custGeom>
              <a:avLst/>
              <a:gdLst/>
              <a:ahLst/>
              <a:cxnLst/>
              <a:rect l="0" t="0" r="0" b="0"/>
              <a:pathLst>
                <a:path w="279207" h="89746">
                  <a:moveTo>
                    <a:pt x="0" y="89745"/>
                  </a:moveTo>
                  <a:lnTo>
                    <a:pt x="79773" y="0"/>
                  </a:lnTo>
                  <a:lnTo>
                    <a:pt x="279206" y="0"/>
                  </a:lnTo>
                  <a:lnTo>
                    <a:pt x="199433" y="89745"/>
                  </a:lnTo>
                  <a:close/>
                </a:path>
              </a:pathLst>
            </a:custGeom>
            <a:solidFill>
              <a:srgbClr val="66C4D8"/>
            </a:solidFill>
            <a:ln w="19943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2" name="ff_tokens_0_0">
            <a:extLst>
              <a:ext uri="{FF2B5EF4-FFF2-40B4-BE49-F238E27FC236}">
                <a16:creationId xmlns:a16="http://schemas.microsoft.com/office/drawing/2014/main" id="{C825AF7A-78C6-875C-B33B-67490F92C77D}"/>
              </a:ext>
            </a:extLst>
          </p:cNvPr>
          <p:cNvGrpSpPr/>
          <p:nvPr/>
        </p:nvGrpSpPr>
        <p:grpSpPr>
          <a:xfrm>
            <a:off x="11467394" y="817675"/>
            <a:ext cx="787761" cy="807704"/>
            <a:chOff x="11467394" y="817675"/>
            <a:chExt cx="787761" cy="807704"/>
          </a:xfrm>
        </p:grpSpPr>
        <p:sp>
          <p:nvSpPr>
            <p:cNvPr id="188" name="ff_tokens_0_0_top_3">
              <a:extLst>
                <a:ext uri="{FF2B5EF4-FFF2-40B4-BE49-F238E27FC236}">
                  <a16:creationId xmlns:a16="http://schemas.microsoft.com/office/drawing/2014/main" id="{9A56914C-2DCB-EC85-E407-D4445919BABB}"/>
                </a:ext>
              </a:extLst>
            </p:cNvPr>
            <p:cNvSpPr/>
            <p:nvPr/>
          </p:nvSpPr>
          <p:spPr>
            <a:xfrm>
              <a:off x="11826373" y="817675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ff_tokens_0_0_side_3">
              <a:extLst>
                <a:ext uri="{FF2B5EF4-FFF2-40B4-BE49-F238E27FC236}">
                  <a16:creationId xmlns:a16="http://schemas.microsoft.com/office/drawing/2014/main" id="{C18F57FF-CDEB-1FCF-CF2B-07000DE33BC6}"/>
                </a:ext>
              </a:extLst>
            </p:cNvPr>
            <p:cNvSpPr/>
            <p:nvPr/>
          </p:nvSpPr>
          <p:spPr>
            <a:xfrm>
              <a:off x="12135494" y="817675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ff_tokens_0_0_top_2">
              <a:extLst>
                <a:ext uri="{FF2B5EF4-FFF2-40B4-BE49-F238E27FC236}">
                  <a16:creationId xmlns:a16="http://schemas.microsoft.com/office/drawing/2014/main" id="{4D83E852-FAD7-3B40-0918-6F3EC943EAE1}"/>
                </a:ext>
              </a:extLst>
            </p:cNvPr>
            <p:cNvSpPr/>
            <p:nvPr/>
          </p:nvSpPr>
          <p:spPr>
            <a:xfrm>
              <a:off x="11706713" y="937335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ff_tokens_0_0_side_2">
              <a:extLst>
                <a:ext uri="{FF2B5EF4-FFF2-40B4-BE49-F238E27FC236}">
                  <a16:creationId xmlns:a16="http://schemas.microsoft.com/office/drawing/2014/main" id="{75F587B5-5126-72B0-1D3C-3A968CF1C4B0}"/>
                </a:ext>
              </a:extLst>
            </p:cNvPr>
            <p:cNvSpPr/>
            <p:nvPr/>
          </p:nvSpPr>
          <p:spPr>
            <a:xfrm>
              <a:off x="12015834" y="937335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ff_tokens_0_0_top_1">
              <a:extLst>
                <a:ext uri="{FF2B5EF4-FFF2-40B4-BE49-F238E27FC236}">
                  <a16:creationId xmlns:a16="http://schemas.microsoft.com/office/drawing/2014/main" id="{544EEC96-B53E-86C6-921A-A17CE851862B}"/>
                </a:ext>
              </a:extLst>
            </p:cNvPr>
            <p:cNvSpPr/>
            <p:nvPr/>
          </p:nvSpPr>
          <p:spPr>
            <a:xfrm>
              <a:off x="11587053" y="1056995"/>
              <a:ext cx="428782" cy="119660"/>
            </a:xfrm>
            <a:custGeom>
              <a:avLst/>
              <a:gdLst/>
              <a:ahLst/>
              <a:cxnLst/>
              <a:rect l="0" t="0" r="0" b="0"/>
              <a:pathLst>
                <a:path w="428782" h="119660">
                  <a:moveTo>
                    <a:pt x="0" y="119659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2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ff_tokens_0_0_side_1">
              <a:extLst>
                <a:ext uri="{FF2B5EF4-FFF2-40B4-BE49-F238E27FC236}">
                  <a16:creationId xmlns:a16="http://schemas.microsoft.com/office/drawing/2014/main" id="{2271C5E3-3605-712B-29E3-3FDF8F3C8053}"/>
                </a:ext>
              </a:extLst>
            </p:cNvPr>
            <p:cNvSpPr/>
            <p:nvPr/>
          </p:nvSpPr>
          <p:spPr>
            <a:xfrm>
              <a:off x="11896175" y="1056995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ff_tokens_0_0_top_0">
              <a:extLst>
                <a:ext uri="{FF2B5EF4-FFF2-40B4-BE49-F238E27FC236}">
                  <a16:creationId xmlns:a16="http://schemas.microsoft.com/office/drawing/2014/main" id="{283547F8-C99D-5007-4BD4-5C4C338146B5}"/>
                </a:ext>
              </a:extLst>
            </p:cNvPr>
            <p:cNvSpPr/>
            <p:nvPr/>
          </p:nvSpPr>
          <p:spPr>
            <a:xfrm>
              <a:off x="11467394" y="1176654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59" y="0"/>
                  </a:lnTo>
                  <a:lnTo>
                    <a:pt x="428781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ff_tokens_0_0_side_0">
              <a:extLst>
                <a:ext uri="{FF2B5EF4-FFF2-40B4-BE49-F238E27FC236}">
                  <a16:creationId xmlns:a16="http://schemas.microsoft.com/office/drawing/2014/main" id="{0EA87C6F-B3E5-905A-088C-0CC3EA4B6F2B}"/>
                </a:ext>
              </a:extLst>
            </p:cNvPr>
            <p:cNvSpPr/>
            <p:nvPr/>
          </p:nvSpPr>
          <p:spPr>
            <a:xfrm>
              <a:off x="11776515" y="1176654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ff_tokens_0_0_front">
              <a:extLst>
                <a:ext uri="{FF2B5EF4-FFF2-40B4-BE49-F238E27FC236}">
                  <a16:creationId xmlns:a16="http://schemas.microsoft.com/office/drawing/2014/main" id="{10C62DEB-91F2-AC64-11CC-335E952F6131}"/>
                </a:ext>
              </a:extLst>
            </p:cNvPr>
            <p:cNvSpPr/>
            <p:nvPr/>
          </p:nvSpPr>
          <p:spPr>
            <a:xfrm>
              <a:off x="11467394" y="1296314"/>
              <a:ext cx="309121" cy="329064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3" name="ff_tokens_0_1">
            <a:extLst>
              <a:ext uri="{FF2B5EF4-FFF2-40B4-BE49-F238E27FC236}">
                <a16:creationId xmlns:a16="http://schemas.microsoft.com/office/drawing/2014/main" id="{CDE10F3B-CC0C-3E18-1B48-797CB8A36553}"/>
              </a:ext>
            </a:extLst>
          </p:cNvPr>
          <p:cNvGrpSpPr/>
          <p:nvPr/>
        </p:nvGrpSpPr>
        <p:grpSpPr>
          <a:xfrm>
            <a:off x="13042914" y="817675"/>
            <a:ext cx="787761" cy="807704"/>
            <a:chOff x="13042914" y="817675"/>
            <a:chExt cx="787761" cy="807704"/>
          </a:xfrm>
        </p:grpSpPr>
        <p:sp>
          <p:nvSpPr>
            <p:cNvPr id="197" name="ff_tokens_0_1_top_3">
              <a:extLst>
                <a:ext uri="{FF2B5EF4-FFF2-40B4-BE49-F238E27FC236}">
                  <a16:creationId xmlns:a16="http://schemas.microsoft.com/office/drawing/2014/main" id="{2B36AAB9-37CD-BE6C-3D5C-0F88EA23C79D}"/>
                </a:ext>
              </a:extLst>
            </p:cNvPr>
            <p:cNvSpPr/>
            <p:nvPr/>
          </p:nvSpPr>
          <p:spPr>
            <a:xfrm>
              <a:off x="13401894" y="817675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0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ff_tokens_0_1_side_3">
              <a:extLst>
                <a:ext uri="{FF2B5EF4-FFF2-40B4-BE49-F238E27FC236}">
                  <a16:creationId xmlns:a16="http://schemas.microsoft.com/office/drawing/2014/main" id="{965F3268-9ADD-66C9-3A59-ABF2E92BA4D9}"/>
                </a:ext>
              </a:extLst>
            </p:cNvPr>
            <p:cNvSpPr/>
            <p:nvPr/>
          </p:nvSpPr>
          <p:spPr>
            <a:xfrm>
              <a:off x="13711014" y="817675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ff_tokens_0_1_top_2">
              <a:extLst>
                <a:ext uri="{FF2B5EF4-FFF2-40B4-BE49-F238E27FC236}">
                  <a16:creationId xmlns:a16="http://schemas.microsoft.com/office/drawing/2014/main" id="{040E67B4-E775-06F1-2D9E-B076EB787FC3}"/>
                </a:ext>
              </a:extLst>
            </p:cNvPr>
            <p:cNvSpPr/>
            <p:nvPr/>
          </p:nvSpPr>
          <p:spPr>
            <a:xfrm>
              <a:off x="13282233" y="937335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1" y="0"/>
                  </a:lnTo>
                  <a:lnTo>
                    <a:pt x="428781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ff_tokens_0_1_side_2">
              <a:extLst>
                <a:ext uri="{FF2B5EF4-FFF2-40B4-BE49-F238E27FC236}">
                  <a16:creationId xmlns:a16="http://schemas.microsoft.com/office/drawing/2014/main" id="{CB077035-2723-21C4-8686-BFC6D5A65CB4}"/>
                </a:ext>
              </a:extLst>
            </p:cNvPr>
            <p:cNvSpPr/>
            <p:nvPr/>
          </p:nvSpPr>
          <p:spPr>
            <a:xfrm>
              <a:off x="13591355" y="937335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ff_tokens_0_1_top_1">
              <a:extLst>
                <a:ext uri="{FF2B5EF4-FFF2-40B4-BE49-F238E27FC236}">
                  <a16:creationId xmlns:a16="http://schemas.microsoft.com/office/drawing/2014/main" id="{19AB8FB7-D2CE-C0E2-6B1C-0D5A08090651}"/>
                </a:ext>
              </a:extLst>
            </p:cNvPr>
            <p:cNvSpPr/>
            <p:nvPr/>
          </p:nvSpPr>
          <p:spPr>
            <a:xfrm>
              <a:off x="13162573" y="1056995"/>
              <a:ext cx="428783" cy="119660"/>
            </a:xfrm>
            <a:custGeom>
              <a:avLst/>
              <a:gdLst/>
              <a:ahLst/>
              <a:cxnLst/>
              <a:rect l="0" t="0" r="0" b="0"/>
              <a:pathLst>
                <a:path w="428783" h="119660">
                  <a:moveTo>
                    <a:pt x="0" y="119659"/>
                  </a:moveTo>
                  <a:lnTo>
                    <a:pt x="119660" y="0"/>
                  </a:lnTo>
                  <a:lnTo>
                    <a:pt x="428782" y="0"/>
                  </a:lnTo>
                  <a:lnTo>
                    <a:pt x="309121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ff_tokens_0_1_side_1">
              <a:extLst>
                <a:ext uri="{FF2B5EF4-FFF2-40B4-BE49-F238E27FC236}">
                  <a16:creationId xmlns:a16="http://schemas.microsoft.com/office/drawing/2014/main" id="{E6F61728-9D58-4B65-50FA-C01E18842754}"/>
                </a:ext>
              </a:extLst>
            </p:cNvPr>
            <p:cNvSpPr/>
            <p:nvPr/>
          </p:nvSpPr>
          <p:spPr>
            <a:xfrm>
              <a:off x="13471694" y="1056995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59"/>
                  </a:moveTo>
                  <a:lnTo>
                    <a:pt x="119661" y="0"/>
                  </a:lnTo>
                  <a:lnTo>
                    <a:pt x="119661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ff_tokens_0_1_top_0">
              <a:extLst>
                <a:ext uri="{FF2B5EF4-FFF2-40B4-BE49-F238E27FC236}">
                  <a16:creationId xmlns:a16="http://schemas.microsoft.com/office/drawing/2014/main" id="{336BD995-2323-21E2-BD63-FDB89BBCF589}"/>
                </a:ext>
              </a:extLst>
            </p:cNvPr>
            <p:cNvSpPr/>
            <p:nvPr/>
          </p:nvSpPr>
          <p:spPr>
            <a:xfrm>
              <a:off x="13042914" y="1176654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ff_tokens_0_1_side_0">
              <a:extLst>
                <a:ext uri="{FF2B5EF4-FFF2-40B4-BE49-F238E27FC236}">
                  <a16:creationId xmlns:a16="http://schemas.microsoft.com/office/drawing/2014/main" id="{256DFA51-B0E8-F8AA-AAC0-5144A05A927C}"/>
                </a:ext>
              </a:extLst>
            </p:cNvPr>
            <p:cNvSpPr/>
            <p:nvPr/>
          </p:nvSpPr>
          <p:spPr>
            <a:xfrm>
              <a:off x="13352035" y="1176654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ff_tokens_0_1_front">
              <a:extLst>
                <a:ext uri="{FF2B5EF4-FFF2-40B4-BE49-F238E27FC236}">
                  <a16:creationId xmlns:a16="http://schemas.microsoft.com/office/drawing/2014/main" id="{60EEADCE-1019-ECD4-83BF-46DE12345855}"/>
                </a:ext>
              </a:extLst>
            </p:cNvPr>
            <p:cNvSpPr/>
            <p:nvPr/>
          </p:nvSpPr>
          <p:spPr>
            <a:xfrm>
              <a:off x="13042914" y="1296314"/>
              <a:ext cx="309121" cy="329064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4" name="ff_tokens_0_2">
            <a:extLst>
              <a:ext uri="{FF2B5EF4-FFF2-40B4-BE49-F238E27FC236}">
                <a16:creationId xmlns:a16="http://schemas.microsoft.com/office/drawing/2014/main" id="{DFDA0C4E-A68B-CA35-513B-1824F2F3132D}"/>
              </a:ext>
            </a:extLst>
          </p:cNvPr>
          <p:cNvGrpSpPr/>
          <p:nvPr/>
        </p:nvGrpSpPr>
        <p:grpSpPr>
          <a:xfrm>
            <a:off x="15097072" y="817675"/>
            <a:ext cx="787763" cy="807704"/>
            <a:chOff x="15097072" y="817675"/>
            <a:chExt cx="787763" cy="807704"/>
          </a:xfrm>
        </p:grpSpPr>
        <p:sp>
          <p:nvSpPr>
            <p:cNvPr id="206" name="ff_tokens_0_2_top_3">
              <a:extLst>
                <a:ext uri="{FF2B5EF4-FFF2-40B4-BE49-F238E27FC236}">
                  <a16:creationId xmlns:a16="http://schemas.microsoft.com/office/drawing/2014/main" id="{58588DEE-6D24-BBA1-5F35-9F6B340AE55B}"/>
                </a:ext>
              </a:extLst>
            </p:cNvPr>
            <p:cNvSpPr/>
            <p:nvPr/>
          </p:nvSpPr>
          <p:spPr>
            <a:xfrm>
              <a:off x="15456052" y="817675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59" y="0"/>
                  </a:lnTo>
                  <a:lnTo>
                    <a:pt x="428782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ff_tokens_0_2_side_3">
              <a:extLst>
                <a:ext uri="{FF2B5EF4-FFF2-40B4-BE49-F238E27FC236}">
                  <a16:creationId xmlns:a16="http://schemas.microsoft.com/office/drawing/2014/main" id="{FDAF795E-C730-7284-5A11-505E14128DE0}"/>
                </a:ext>
              </a:extLst>
            </p:cNvPr>
            <p:cNvSpPr/>
            <p:nvPr/>
          </p:nvSpPr>
          <p:spPr>
            <a:xfrm>
              <a:off x="15765174" y="817675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ff_tokens_0_2_top_2">
              <a:extLst>
                <a:ext uri="{FF2B5EF4-FFF2-40B4-BE49-F238E27FC236}">
                  <a16:creationId xmlns:a16="http://schemas.microsoft.com/office/drawing/2014/main" id="{1BE52016-DA71-7E8E-E673-7E0027A5ED58}"/>
                </a:ext>
              </a:extLst>
            </p:cNvPr>
            <p:cNvSpPr/>
            <p:nvPr/>
          </p:nvSpPr>
          <p:spPr>
            <a:xfrm>
              <a:off x="15336393" y="937335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59" y="0"/>
                  </a:lnTo>
                  <a:lnTo>
                    <a:pt x="428781" y="0"/>
                  </a:lnTo>
                  <a:lnTo>
                    <a:pt x="309120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ff_tokens_0_2_side_2">
              <a:extLst>
                <a:ext uri="{FF2B5EF4-FFF2-40B4-BE49-F238E27FC236}">
                  <a16:creationId xmlns:a16="http://schemas.microsoft.com/office/drawing/2014/main" id="{DB6BF1C8-1D7E-DDBE-FFD2-E8C37B013E7B}"/>
                </a:ext>
              </a:extLst>
            </p:cNvPr>
            <p:cNvSpPr/>
            <p:nvPr/>
          </p:nvSpPr>
          <p:spPr>
            <a:xfrm>
              <a:off x="15645513" y="937335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60"/>
                  </a:moveTo>
                  <a:lnTo>
                    <a:pt x="119661" y="0"/>
                  </a:lnTo>
                  <a:lnTo>
                    <a:pt x="119661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ff_tokens_0_2_top_1">
              <a:extLst>
                <a:ext uri="{FF2B5EF4-FFF2-40B4-BE49-F238E27FC236}">
                  <a16:creationId xmlns:a16="http://schemas.microsoft.com/office/drawing/2014/main" id="{5E4D3548-450F-65DB-9403-D70E9F1F58BB}"/>
                </a:ext>
              </a:extLst>
            </p:cNvPr>
            <p:cNvSpPr/>
            <p:nvPr/>
          </p:nvSpPr>
          <p:spPr>
            <a:xfrm>
              <a:off x="15216733" y="1056995"/>
              <a:ext cx="428781" cy="119660"/>
            </a:xfrm>
            <a:custGeom>
              <a:avLst/>
              <a:gdLst/>
              <a:ahLst/>
              <a:cxnLst/>
              <a:rect l="0" t="0" r="0" b="0"/>
              <a:pathLst>
                <a:path w="428781" h="119660">
                  <a:moveTo>
                    <a:pt x="0" y="119659"/>
                  </a:moveTo>
                  <a:lnTo>
                    <a:pt x="119660" y="0"/>
                  </a:lnTo>
                  <a:lnTo>
                    <a:pt x="428780" y="0"/>
                  </a:lnTo>
                  <a:lnTo>
                    <a:pt x="309121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ff_tokens_0_2_side_1">
              <a:extLst>
                <a:ext uri="{FF2B5EF4-FFF2-40B4-BE49-F238E27FC236}">
                  <a16:creationId xmlns:a16="http://schemas.microsoft.com/office/drawing/2014/main" id="{702CFEC8-EF35-45BF-E46C-D941C680FE9B}"/>
                </a:ext>
              </a:extLst>
            </p:cNvPr>
            <p:cNvSpPr/>
            <p:nvPr/>
          </p:nvSpPr>
          <p:spPr>
            <a:xfrm>
              <a:off x="15525854" y="1056995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ff_tokens_0_2_top_0">
              <a:extLst>
                <a:ext uri="{FF2B5EF4-FFF2-40B4-BE49-F238E27FC236}">
                  <a16:creationId xmlns:a16="http://schemas.microsoft.com/office/drawing/2014/main" id="{D75FF623-3675-158B-CBB2-64DB5ECE0170}"/>
                </a:ext>
              </a:extLst>
            </p:cNvPr>
            <p:cNvSpPr/>
            <p:nvPr/>
          </p:nvSpPr>
          <p:spPr>
            <a:xfrm>
              <a:off x="15097072" y="1176654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1" y="0"/>
                  </a:lnTo>
                  <a:lnTo>
                    <a:pt x="428782" y="0"/>
                  </a:lnTo>
                  <a:lnTo>
                    <a:pt x="309123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ff_tokens_0_2_side_0">
              <a:extLst>
                <a:ext uri="{FF2B5EF4-FFF2-40B4-BE49-F238E27FC236}">
                  <a16:creationId xmlns:a16="http://schemas.microsoft.com/office/drawing/2014/main" id="{F4ECCD63-C3F8-1899-EA16-62AE1F7FF20E}"/>
                </a:ext>
              </a:extLst>
            </p:cNvPr>
            <p:cNvSpPr/>
            <p:nvPr/>
          </p:nvSpPr>
          <p:spPr>
            <a:xfrm>
              <a:off x="15406195" y="1176654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ff_tokens_0_2_front">
              <a:extLst>
                <a:ext uri="{FF2B5EF4-FFF2-40B4-BE49-F238E27FC236}">
                  <a16:creationId xmlns:a16="http://schemas.microsoft.com/office/drawing/2014/main" id="{0DDBF8E0-D79B-88E7-7647-E90105A2C702}"/>
                </a:ext>
              </a:extLst>
            </p:cNvPr>
            <p:cNvSpPr/>
            <p:nvPr/>
          </p:nvSpPr>
          <p:spPr>
            <a:xfrm>
              <a:off x="15097072" y="1296314"/>
              <a:ext cx="309121" cy="329064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5" name="ff_tokens_0_3">
            <a:extLst>
              <a:ext uri="{FF2B5EF4-FFF2-40B4-BE49-F238E27FC236}">
                <a16:creationId xmlns:a16="http://schemas.microsoft.com/office/drawing/2014/main" id="{C2BBC614-93EA-6DB3-9965-4909217CF90D}"/>
              </a:ext>
            </a:extLst>
          </p:cNvPr>
          <p:cNvGrpSpPr/>
          <p:nvPr/>
        </p:nvGrpSpPr>
        <p:grpSpPr>
          <a:xfrm>
            <a:off x="16672593" y="817675"/>
            <a:ext cx="787761" cy="807704"/>
            <a:chOff x="16672593" y="817675"/>
            <a:chExt cx="787761" cy="807704"/>
          </a:xfrm>
        </p:grpSpPr>
        <p:sp>
          <p:nvSpPr>
            <p:cNvPr id="215" name="ff_tokens_0_3_top_3">
              <a:extLst>
                <a:ext uri="{FF2B5EF4-FFF2-40B4-BE49-F238E27FC236}">
                  <a16:creationId xmlns:a16="http://schemas.microsoft.com/office/drawing/2014/main" id="{ADBB89F2-4F85-9194-2236-4F9CF46BC636}"/>
                </a:ext>
              </a:extLst>
            </p:cNvPr>
            <p:cNvSpPr/>
            <p:nvPr/>
          </p:nvSpPr>
          <p:spPr>
            <a:xfrm>
              <a:off x="17031573" y="817675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0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ff_tokens_0_3_side_3">
              <a:extLst>
                <a:ext uri="{FF2B5EF4-FFF2-40B4-BE49-F238E27FC236}">
                  <a16:creationId xmlns:a16="http://schemas.microsoft.com/office/drawing/2014/main" id="{FE75A57F-7ECA-1AC6-CB02-232F3E6C3552}"/>
                </a:ext>
              </a:extLst>
            </p:cNvPr>
            <p:cNvSpPr/>
            <p:nvPr/>
          </p:nvSpPr>
          <p:spPr>
            <a:xfrm>
              <a:off x="17340693" y="817675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ff_tokens_0_3_top_2">
              <a:extLst>
                <a:ext uri="{FF2B5EF4-FFF2-40B4-BE49-F238E27FC236}">
                  <a16:creationId xmlns:a16="http://schemas.microsoft.com/office/drawing/2014/main" id="{9A01B4AE-A311-4027-28E8-1B993C7C69B3}"/>
                </a:ext>
              </a:extLst>
            </p:cNvPr>
            <p:cNvSpPr/>
            <p:nvPr/>
          </p:nvSpPr>
          <p:spPr>
            <a:xfrm>
              <a:off x="16911913" y="937335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60" y="0"/>
                  </a:lnTo>
                  <a:lnTo>
                    <a:pt x="428780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ff_tokens_0_3_side_2">
              <a:extLst>
                <a:ext uri="{FF2B5EF4-FFF2-40B4-BE49-F238E27FC236}">
                  <a16:creationId xmlns:a16="http://schemas.microsoft.com/office/drawing/2014/main" id="{E2BD14C6-3D67-8B3C-F492-CA147829C2FE}"/>
                </a:ext>
              </a:extLst>
            </p:cNvPr>
            <p:cNvSpPr/>
            <p:nvPr/>
          </p:nvSpPr>
          <p:spPr>
            <a:xfrm>
              <a:off x="17221034" y="937335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ff_tokens_0_3_top_1">
              <a:extLst>
                <a:ext uri="{FF2B5EF4-FFF2-40B4-BE49-F238E27FC236}">
                  <a16:creationId xmlns:a16="http://schemas.microsoft.com/office/drawing/2014/main" id="{A26A8895-010E-4160-627C-417EAC5675BD}"/>
                </a:ext>
              </a:extLst>
            </p:cNvPr>
            <p:cNvSpPr/>
            <p:nvPr/>
          </p:nvSpPr>
          <p:spPr>
            <a:xfrm>
              <a:off x="16792253" y="1056995"/>
              <a:ext cx="428782" cy="119660"/>
            </a:xfrm>
            <a:custGeom>
              <a:avLst/>
              <a:gdLst/>
              <a:ahLst/>
              <a:cxnLst/>
              <a:rect l="0" t="0" r="0" b="0"/>
              <a:pathLst>
                <a:path w="428782" h="119660">
                  <a:moveTo>
                    <a:pt x="0" y="119659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2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ff_tokens_0_3_side_1">
              <a:extLst>
                <a:ext uri="{FF2B5EF4-FFF2-40B4-BE49-F238E27FC236}">
                  <a16:creationId xmlns:a16="http://schemas.microsoft.com/office/drawing/2014/main" id="{558DFCB6-014F-91CC-ABAB-C69103DAA41C}"/>
                </a:ext>
              </a:extLst>
            </p:cNvPr>
            <p:cNvSpPr/>
            <p:nvPr/>
          </p:nvSpPr>
          <p:spPr>
            <a:xfrm>
              <a:off x="17101375" y="1056995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ff_tokens_0_3_top_0">
              <a:extLst>
                <a:ext uri="{FF2B5EF4-FFF2-40B4-BE49-F238E27FC236}">
                  <a16:creationId xmlns:a16="http://schemas.microsoft.com/office/drawing/2014/main" id="{F5A5ACAE-E2FA-B69B-35F0-49ACDEC298CE}"/>
                </a:ext>
              </a:extLst>
            </p:cNvPr>
            <p:cNvSpPr/>
            <p:nvPr/>
          </p:nvSpPr>
          <p:spPr>
            <a:xfrm>
              <a:off x="16672593" y="1176654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0" y="0"/>
                  </a:lnTo>
                  <a:lnTo>
                    <a:pt x="428782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ff_tokens_0_3_side_0">
              <a:extLst>
                <a:ext uri="{FF2B5EF4-FFF2-40B4-BE49-F238E27FC236}">
                  <a16:creationId xmlns:a16="http://schemas.microsoft.com/office/drawing/2014/main" id="{B07E97CC-4752-DAD2-BE16-540B842CC188}"/>
                </a:ext>
              </a:extLst>
            </p:cNvPr>
            <p:cNvSpPr/>
            <p:nvPr/>
          </p:nvSpPr>
          <p:spPr>
            <a:xfrm>
              <a:off x="16981714" y="1176654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60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ff_tokens_0_3_front">
              <a:extLst>
                <a:ext uri="{FF2B5EF4-FFF2-40B4-BE49-F238E27FC236}">
                  <a16:creationId xmlns:a16="http://schemas.microsoft.com/office/drawing/2014/main" id="{67F31AA9-425F-2397-7DDD-B57682BC35A2}"/>
                </a:ext>
              </a:extLst>
            </p:cNvPr>
            <p:cNvSpPr/>
            <p:nvPr/>
          </p:nvSpPr>
          <p:spPr>
            <a:xfrm>
              <a:off x="16672593" y="1296314"/>
              <a:ext cx="309121" cy="329064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7" name="ff_tokens_1_0">
            <a:extLst>
              <a:ext uri="{FF2B5EF4-FFF2-40B4-BE49-F238E27FC236}">
                <a16:creationId xmlns:a16="http://schemas.microsoft.com/office/drawing/2014/main" id="{60C14601-5792-8D3A-D5DC-983377D3F25F}"/>
              </a:ext>
            </a:extLst>
          </p:cNvPr>
          <p:cNvGrpSpPr/>
          <p:nvPr/>
        </p:nvGrpSpPr>
        <p:grpSpPr>
          <a:xfrm>
            <a:off x="11467394" y="1834783"/>
            <a:ext cx="787761" cy="807704"/>
            <a:chOff x="11467394" y="1834783"/>
            <a:chExt cx="787761" cy="807704"/>
          </a:xfrm>
        </p:grpSpPr>
        <p:sp>
          <p:nvSpPr>
            <p:cNvPr id="277" name="ff_tokens_1_0_top_3">
              <a:extLst>
                <a:ext uri="{FF2B5EF4-FFF2-40B4-BE49-F238E27FC236}">
                  <a16:creationId xmlns:a16="http://schemas.microsoft.com/office/drawing/2014/main" id="{6CD142E1-2364-B1F9-5715-D351B0CE4C81}"/>
                </a:ext>
              </a:extLst>
            </p:cNvPr>
            <p:cNvSpPr/>
            <p:nvPr/>
          </p:nvSpPr>
          <p:spPr>
            <a:xfrm>
              <a:off x="11826373" y="1834783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ff_tokens_1_0_side_3">
              <a:extLst>
                <a:ext uri="{FF2B5EF4-FFF2-40B4-BE49-F238E27FC236}">
                  <a16:creationId xmlns:a16="http://schemas.microsoft.com/office/drawing/2014/main" id="{2EF145BD-7E60-0116-074F-3244FCC69E8E}"/>
                </a:ext>
              </a:extLst>
            </p:cNvPr>
            <p:cNvSpPr/>
            <p:nvPr/>
          </p:nvSpPr>
          <p:spPr>
            <a:xfrm>
              <a:off x="12135494" y="1834783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ff_tokens_1_0_top_2">
              <a:extLst>
                <a:ext uri="{FF2B5EF4-FFF2-40B4-BE49-F238E27FC236}">
                  <a16:creationId xmlns:a16="http://schemas.microsoft.com/office/drawing/2014/main" id="{989CF7F1-6B94-5FBF-E5A3-2C89A6B19AA3}"/>
                </a:ext>
              </a:extLst>
            </p:cNvPr>
            <p:cNvSpPr/>
            <p:nvPr/>
          </p:nvSpPr>
          <p:spPr>
            <a:xfrm>
              <a:off x="11706713" y="1954443"/>
              <a:ext cx="428782" cy="119660"/>
            </a:xfrm>
            <a:custGeom>
              <a:avLst/>
              <a:gdLst/>
              <a:ahLst/>
              <a:cxnLst/>
              <a:rect l="0" t="0" r="0" b="0"/>
              <a:pathLst>
                <a:path w="428782" h="119660">
                  <a:moveTo>
                    <a:pt x="0" y="119659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1" y="119659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ff_tokens_1_0_side_2">
              <a:extLst>
                <a:ext uri="{FF2B5EF4-FFF2-40B4-BE49-F238E27FC236}">
                  <a16:creationId xmlns:a16="http://schemas.microsoft.com/office/drawing/2014/main" id="{7512357A-FC67-14BB-C0ED-C00465F846BF}"/>
                </a:ext>
              </a:extLst>
            </p:cNvPr>
            <p:cNvSpPr/>
            <p:nvPr/>
          </p:nvSpPr>
          <p:spPr>
            <a:xfrm>
              <a:off x="12015834" y="1954443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59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ff_tokens_1_0_top_1">
              <a:extLst>
                <a:ext uri="{FF2B5EF4-FFF2-40B4-BE49-F238E27FC236}">
                  <a16:creationId xmlns:a16="http://schemas.microsoft.com/office/drawing/2014/main" id="{47728875-A1A1-FFDA-F6BF-01DE1A6DE332}"/>
                </a:ext>
              </a:extLst>
            </p:cNvPr>
            <p:cNvSpPr/>
            <p:nvPr/>
          </p:nvSpPr>
          <p:spPr>
            <a:xfrm>
              <a:off x="11587053" y="2074102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ff_tokens_1_0_side_1">
              <a:extLst>
                <a:ext uri="{FF2B5EF4-FFF2-40B4-BE49-F238E27FC236}">
                  <a16:creationId xmlns:a16="http://schemas.microsoft.com/office/drawing/2014/main" id="{F9863AC3-65CF-5709-9A91-A273FA43C328}"/>
                </a:ext>
              </a:extLst>
            </p:cNvPr>
            <p:cNvSpPr/>
            <p:nvPr/>
          </p:nvSpPr>
          <p:spPr>
            <a:xfrm>
              <a:off x="11896175" y="2074102"/>
              <a:ext cx="119660" cy="448726"/>
            </a:xfrm>
            <a:custGeom>
              <a:avLst/>
              <a:gdLst/>
              <a:ahLst/>
              <a:cxnLst/>
              <a:rect l="0" t="0" r="0" b="0"/>
              <a:pathLst>
                <a:path w="119660" h="448726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ff_tokens_1_0_top_0">
              <a:extLst>
                <a:ext uri="{FF2B5EF4-FFF2-40B4-BE49-F238E27FC236}">
                  <a16:creationId xmlns:a16="http://schemas.microsoft.com/office/drawing/2014/main" id="{667B6E44-E696-AAE7-D1EF-391C23055D2C}"/>
                </a:ext>
              </a:extLst>
            </p:cNvPr>
            <p:cNvSpPr/>
            <p:nvPr/>
          </p:nvSpPr>
          <p:spPr>
            <a:xfrm>
              <a:off x="11467394" y="2193762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59" y="0"/>
                  </a:lnTo>
                  <a:lnTo>
                    <a:pt x="428781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ff_tokens_1_0_side_0">
              <a:extLst>
                <a:ext uri="{FF2B5EF4-FFF2-40B4-BE49-F238E27FC236}">
                  <a16:creationId xmlns:a16="http://schemas.microsoft.com/office/drawing/2014/main" id="{F7047583-3C4A-B886-3AE1-0BE4BE9F5416}"/>
                </a:ext>
              </a:extLst>
            </p:cNvPr>
            <p:cNvSpPr/>
            <p:nvPr/>
          </p:nvSpPr>
          <p:spPr>
            <a:xfrm>
              <a:off x="11776515" y="2193762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ff_tokens_1_0_front">
              <a:extLst>
                <a:ext uri="{FF2B5EF4-FFF2-40B4-BE49-F238E27FC236}">
                  <a16:creationId xmlns:a16="http://schemas.microsoft.com/office/drawing/2014/main" id="{A859CAE1-BF28-C170-F7EE-72170B4E8E60}"/>
                </a:ext>
              </a:extLst>
            </p:cNvPr>
            <p:cNvSpPr/>
            <p:nvPr/>
          </p:nvSpPr>
          <p:spPr>
            <a:xfrm>
              <a:off x="11467394" y="2313422"/>
              <a:ext cx="309121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8" name="ff_tokens_1_1">
            <a:extLst>
              <a:ext uri="{FF2B5EF4-FFF2-40B4-BE49-F238E27FC236}">
                <a16:creationId xmlns:a16="http://schemas.microsoft.com/office/drawing/2014/main" id="{7B7D2457-F157-10D5-E592-D6ED53B9AFA3}"/>
              </a:ext>
            </a:extLst>
          </p:cNvPr>
          <p:cNvGrpSpPr/>
          <p:nvPr/>
        </p:nvGrpSpPr>
        <p:grpSpPr>
          <a:xfrm>
            <a:off x="13042914" y="1834783"/>
            <a:ext cx="787761" cy="807704"/>
            <a:chOff x="13042914" y="1834783"/>
            <a:chExt cx="787761" cy="807704"/>
          </a:xfrm>
        </p:grpSpPr>
        <p:sp>
          <p:nvSpPr>
            <p:cNvPr id="286" name="ff_tokens_1_1_top_3">
              <a:extLst>
                <a:ext uri="{FF2B5EF4-FFF2-40B4-BE49-F238E27FC236}">
                  <a16:creationId xmlns:a16="http://schemas.microsoft.com/office/drawing/2014/main" id="{7CA9F40B-DD73-FFBE-AE2F-9148C501317D}"/>
                </a:ext>
              </a:extLst>
            </p:cNvPr>
            <p:cNvSpPr/>
            <p:nvPr/>
          </p:nvSpPr>
          <p:spPr>
            <a:xfrm>
              <a:off x="13401894" y="1834783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0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ff_tokens_1_1_side_3">
              <a:extLst>
                <a:ext uri="{FF2B5EF4-FFF2-40B4-BE49-F238E27FC236}">
                  <a16:creationId xmlns:a16="http://schemas.microsoft.com/office/drawing/2014/main" id="{A3E50DF4-F70C-CD3A-390B-DD22F4FDF14B}"/>
                </a:ext>
              </a:extLst>
            </p:cNvPr>
            <p:cNvSpPr/>
            <p:nvPr/>
          </p:nvSpPr>
          <p:spPr>
            <a:xfrm>
              <a:off x="13711014" y="1834783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ff_tokens_1_1_top_2">
              <a:extLst>
                <a:ext uri="{FF2B5EF4-FFF2-40B4-BE49-F238E27FC236}">
                  <a16:creationId xmlns:a16="http://schemas.microsoft.com/office/drawing/2014/main" id="{B0182BF4-FA2A-2014-F2AE-038D58472A54}"/>
                </a:ext>
              </a:extLst>
            </p:cNvPr>
            <p:cNvSpPr/>
            <p:nvPr/>
          </p:nvSpPr>
          <p:spPr>
            <a:xfrm>
              <a:off x="13282233" y="1954443"/>
              <a:ext cx="428782" cy="119660"/>
            </a:xfrm>
            <a:custGeom>
              <a:avLst/>
              <a:gdLst/>
              <a:ahLst/>
              <a:cxnLst/>
              <a:rect l="0" t="0" r="0" b="0"/>
              <a:pathLst>
                <a:path w="428782" h="119660">
                  <a:moveTo>
                    <a:pt x="0" y="119659"/>
                  </a:moveTo>
                  <a:lnTo>
                    <a:pt x="119661" y="0"/>
                  </a:lnTo>
                  <a:lnTo>
                    <a:pt x="428781" y="0"/>
                  </a:lnTo>
                  <a:lnTo>
                    <a:pt x="309122" y="119659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ff_tokens_1_1_side_2">
              <a:extLst>
                <a:ext uri="{FF2B5EF4-FFF2-40B4-BE49-F238E27FC236}">
                  <a16:creationId xmlns:a16="http://schemas.microsoft.com/office/drawing/2014/main" id="{A430E4EE-2FD3-88A8-AA2E-5655A2B257F2}"/>
                </a:ext>
              </a:extLst>
            </p:cNvPr>
            <p:cNvSpPr/>
            <p:nvPr/>
          </p:nvSpPr>
          <p:spPr>
            <a:xfrm>
              <a:off x="13591355" y="1954443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ff_tokens_1_1_top_1">
              <a:extLst>
                <a:ext uri="{FF2B5EF4-FFF2-40B4-BE49-F238E27FC236}">
                  <a16:creationId xmlns:a16="http://schemas.microsoft.com/office/drawing/2014/main" id="{CFD39FED-34DF-54FB-2A7B-3A50148A45A7}"/>
                </a:ext>
              </a:extLst>
            </p:cNvPr>
            <p:cNvSpPr/>
            <p:nvPr/>
          </p:nvSpPr>
          <p:spPr>
            <a:xfrm>
              <a:off x="13162573" y="2074102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0" y="0"/>
                  </a:lnTo>
                  <a:lnTo>
                    <a:pt x="428782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ff_tokens_1_1_side_1">
              <a:extLst>
                <a:ext uri="{FF2B5EF4-FFF2-40B4-BE49-F238E27FC236}">
                  <a16:creationId xmlns:a16="http://schemas.microsoft.com/office/drawing/2014/main" id="{4732E79F-85F0-510B-A1B9-450F368FE92A}"/>
                </a:ext>
              </a:extLst>
            </p:cNvPr>
            <p:cNvSpPr/>
            <p:nvPr/>
          </p:nvSpPr>
          <p:spPr>
            <a:xfrm>
              <a:off x="13471694" y="2074102"/>
              <a:ext cx="119662" cy="448726"/>
            </a:xfrm>
            <a:custGeom>
              <a:avLst/>
              <a:gdLst/>
              <a:ahLst/>
              <a:cxnLst/>
              <a:rect l="0" t="0" r="0" b="0"/>
              <a:pathLst>
                <a:path w="119662" h="448726">
                  <a:moveTo>
                    <a:pt x="0" y="119660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ff_tokens_1_1_top_0">
              <a:extLst>
                <a:ext uri="{FF2B5EF4-FFF2-40B4-BE49-F238E27FC236}">
                  <a16:creationId xmlns:a16="http://schemas.microsoft.com/office/drawing/2014/main" id="{40BAA7BE-65E1-D9E2-4661-4867219DE01E}"/>
                </a:ext>
              </a:extLst>
            </p:cNvPr>
            <p:cNvSpPr/>
            <p:nvPr/>
          </p:nvSpPr>
          <p:spPr>
            <a:xfrm>
              <a:off x="13042914" y="2193762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ff_tokens_1_1_side_0">
              <a:extLst>
                <a:ext uri="{FF2B5EF4-FFF2-40B4-BE49-F238E27FC236}">
                  <a16:creationId xmlns:a16="http://schemas.microsoft.com/office/drawing/2014/main" id="{8E3753BB-BCC1-232B-853E-F97D9D178D4C}"/>
                </a:ext>
              </a:extLst>
            </p:cNvPr>
            <p:cNvSpPr/>
            <p:nvPr/>
          </p:nvSpPr>
          <p:spPr>
            <a:xfrm>
              <a:off x="13352035" y="2193762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ff_tokens_1_1_front">
              <a:extLst>
                <a:ext uri="{FF2B5EF4-FFF2-40B4-BE49-F238E27FC236}">
                  <a16:creationId xmlns:a16="http://schemas.microsoft.com/office/drawing/2014/main" id="{626C70DC-8E82-D79C-2BE4-3C47AFB3E6B9}"/>
                </a:ext>
              </a:extLst>
            </p:cNvPr>
            <p:cNvSpPr/>
            <p:nvPr/>
          </p:nvSpPr>
          <p:spPr>
            <a:xfrm>
              <a:off x="13042914" y="2313422"/>
              <a:ext cx="309121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9" name="ff_tokens_1_2">
            <a:extLst>
              <a:ext uri="{FF2B5EF4-FFF2-40B4-BE49-F238E27FC236}">
                <a16:creationId xmlns:a16="http://schemas.microsoft.com/office/drawing/2014/main" id="{E3598DFA-238D-F7F1-F214-6D92771C6DC5}"/>
              </a:ext>
            </a:extLst>
          </p:cNvPr>
          <p:cNvGrpSpPr/>
          <p:nvPr/>
        </p:nvGrpSpPr>
        <p:grpSpPr>
          <a:xfrm>
            <a:off x="15097072" y="1834783"/>
            <a:ext cx="787763" cy="807704"/>
            <a:chOff x="15097072" y="1834783"/>
            <a:chExt cx="787763" cy="807704"/>
          </a:xfrm>
        </p:grpSpPr>
        <p:sp>
          <p:nvSpPr>
            <p:cNvPr id="295" name="ff_tokens_1_2_top_3">
              <a:extLst>
                <a:ext uri="{FF2B5EF4-FFF2-40B4-BE49-F238E27FC236}">
                  <a16:creationId xmlns:a16="http://schemas.microsoft.com/office/drawing/2014/main" id="{1FCB1DB6-58F8-E383-9466-94630DE74A10}"/>
                </a:ext>
              </a:extLst>
            </p:cNvPr>
            <p:cNvSpPr/>
            <p:nvPr/>
          </p:nvSpPr>
          <p:spPr>
            <a:xfrm>
              <a:off x="15456052" y="1834783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59" y="0"/>
                  </a:lnTo>
                  <a:lnTo>
                    <a:pt x="428782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ff_tokens_1_2_side_3">
              <a:extLst>
                <a:ext uri="{FF2B5EF4-FFF2-40B4-BE49-F238E27FC236}">
                  <a16:creationId xmlns:a16="http://schemas.microsoft.com/office/drawing/2014/main" id="{137E935A-33F4-256E-4EC9-FDA8D6623BFF}"/>
                </a:ext>
              </a:extLst>
            </p:cNvPr>
            <p:cNvSpPr/>
            <p:nvPr/>
          </p:nvSpPr>
          <p:spPr>
            <a:xfrm>
              <a:off x="15765174" y="1834783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ff_tokens_1_2_top_2">
              <a:extLst>
                <a:ext uri="{FF2B5EF4-FFF2-40B4-BE49-F238E27FC236}">
                  <a16:creationId xmlns:a16="http://schemas.microsoft.com/office/drawing/2014/main" id="{92387AC2-47A0-D5D8-BC21-D4042CDA4FE6}"/>
                </a:ext>
              </a:extLst>
            </p:cNvPr>
            <p:cNvSpPr/>
            <p:nvPr/>
          </p:nvSpPr>
          <p:spPr>
            <a:xfrm>
              <a:off x="15336393" y="1954443"/>
              <a:ext cx="428782" cy="119660"/>
            </a:xfrm>
            <a:custGeom>
              <a:avLst/>
              <a:gdLst/>
              <a:ahLst/>
              <a:cxnLst/>
              <a:rect l="0" t="0" r="0" b="0"/>
              <a:pathLst>
                <a:path w="428782" h="119660">
                  <a:moveTo>
                    <a:pt x="0" y="119659"/>
                  </a:moveTo>
                  <a:lnTo>
                    <a:pt x="119659" y="0"/>
                  </a:lnTo>
                  <a:lnTo>
                    <a:pt x="428781" y="0"/>
                  </a:lnTo>
                  <a:lnTo>
                    <a:pt x="309120" y="119659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ff_tokens_1_2_side_2">
              <a:extLst>
                <a:ext uri="{FF2B5EF4-FFF2-40B4-BE49-F238E27FC236}">
                  <a16:creationId xmlns:a16="http://schemas.microsoft.com/office/drawing/2014/main" id="{8A748302-8633-6F41-C4C6-F698896CD505}"/>
                </a:ext>
              </a:extLst>
            </p:cNvPr>
            <p:cNvSpPr/>
            <p:nvPr/>
          </p:nvSpPr>
          <p:spPr>
            <a:xfrm>
              <a:off x="15645513" y="1954443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59"/>
                  </a:moveTo>
                  <a:lnTo>
                    <a:pt x="119661" y="0"/>
                  </a:lnTo>
                  <a:lnTo>
                    <a:pt x="119661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ff_tokens_1_2_top_1">
              <a:extLst>
                <a:ext uri="{FF2B5EF4-FFF2-40B4-BE49-F238E27FC236}">
                  <a16:creationId xmlns:a16="http://schemas.microsoft.com/office/drawing/2014/main" id="{2F6B420C-2D14-CACC-46C6-E69CB081B42A}"/>
                </a:ext>
              </a:extLst>
            </p:cNvPr>
            <p:cNvSpPr/>
            <p:nvPr/>
          </p:nvSpPr>
          <p:spPr>
            <a:xfrm>
              <a:off x="15216733" y="2074102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60" y="0"/>
                  </a:lnTo>
                  <a:lnTo>
                    <a:pt x="428780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ff_tokens_1_2_side_1">
              <a:extLst>
                <a:ext uri="{FF2B5EF4-FFF2-40B4-BE49-F238E27FC236}">
                  <a16:creationId xmlns:a16="http://schemas.microsoft.com/office/drawing/2014/main" id="{CDA52D0E-E983-3C68-99C5-ACCE2B8E15B2}"/>
                </a:ext>
              </a:extLst>
            </p:cNvPr>
            <p:cNvSpPr/>
            <p:nvPr/>
          </p:nvSpPr>
          <p:spPr>
            <a:xfrm>
              <a:off x="15525854" y="2074102"/>
              <a:ext cx="119660" cy="448726"/>
            </a:xfrm>
            <a:custGeom>
              <a:avLst/>
              <a:gdLst/>
              <a:ahLst/>
              <a:cxnLst/>
              <a:rect l="0" t="0" r="0" b="0"/>
              <a:pathLst>
                <a:path w="119660" h="448726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ff_tokens_1_2_top_0">
              <a:extLst>
                <a:ext uri="{FF2B5EF4-FFF2-40B4-BE49-F238E27FC236}">
                  <a16:creationId xmlns:a16="http://schemas.microsoft.com/office/drawing/2014/main" id="{FC7D8E39-F57B-8968-C610-EB7C969E450B}"/>
                </a:ext>
              </a:extLst>
            </p:cNvPr>
            <p:cNvSpPr/>
            <p:nvPr/>
          </p:nvSpPr>
          <p:spPr>
            <a:xfrm>
              <a:off x="15097072" y="2193762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1" y="0"/>
                  </a:lnTo>
                  <a:lnTo>
                    <a:pt x="428782" y="0"/>
                  </a:lnTo>
                  <a:lnTo>
                    <a:pt x="309123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ff_tokens_1_2_side_0">
              <a:extLst>
                <a:ext uri="{FF2B5EF4-FFF2-40B4-BE49-F238E27FC236}">
                  <a16:creationId xmlns:a16="http://schemas.microsoft.com/office/drawing/2014/main" id="{BB839DB3-0D77-94C6-E584-E78D65041CFA}"/>
                </a:ext>
              </a:extLst>
            </p:cNvPr>
            <p:cNvSpPr/>
            <p:nvPr/>
          </p:nvSpPr>
          <p:spPr>
            <a:xfrm>
              <a:off x="15406195" y="2193762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ff_tokens_1_2_front">
              <a:extLst>
                <a:ext uri="{FF2B5EF4-FFF2-40B4-BE49-F238E27FC236}">
                  <a16:creationId xmlns:a16="http://schemas.microsoft.com/office/drawing/2014/main" id="{DE4827E8-E923-6927-6BB2-FDBEAA5215FF}"/>
                </a:ext>
              </a:extLst>
            </p:cNvPr>
            <p:cNvSpPr/>
            <p:nvPr/>
          </p:nvSpPr>
          <p:spPr>
            <a:xfrm>
              <a:off x="15097072" y="2313422"/>
              <a:ext cx="309121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0" name="ff_tokens_1_3">
            <a:extLst>
              <a:ext uri="{FF2B5EF4-FFF2-40B4-BE49-F238E27FC236}">
                <a16:creationId xmlns:a16="http://schemas.microsoft.com/office/drawing/2014/main" id="{8F23C844-2B82-205B-E121-C8B5B199C30C}"/>
              </a:ext>
            </a:extLst>
          </p:cNvPr>
          <p:cNvGrpSpPr/>
          <p:nvPr/>
        </p:nvGrpSpPr>
        <p:grpSpPr>
          <a:xfrm>
            <a:off x="16672593" y="1834783"/>
            <a:ext cx="787761" cy="807704"/>
            <a:chOff x="16672593" y="1834783"/>
            <a:chExt cx="787761" cy="807704"/>
          </a:xfrm>
        </p:grpSpPr>
        <p:sp>
          <p:nvSpPr>
            <p:cNvPr id="304" name="ff_tokens_1_3_top_3">
              <a:extLst>
                <a:ext uri="{FF2B5EF4-FFF2-40B4-BE49-F238E27FC236}">
                  <a16:creationId xmlns:a16="http://schemas.microsoft.com/office/drawing/2014/main" id="{E4680EBA-A463-4592-77E3-8709109ED520}"/>
                </a:ext>
              </a:extLst>
            </p:cNvPr>
            <p:cNvSpPr/>
            <p:nvPr/>
          </p:nvSpPr>
          <p:spPr>
            <a:xfrm>
              <a:off x="17031573" y="1834783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0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ff_tokens_1_3_side_3">
              <a:extLst>
                <a:ext uri="{FF2B5EF4-FFF2-40B4-BE49-F238E27FC236}">
                  <a16:creationId xmlns:a16="http://schemas.microsoft.com/office/drawing/2014/main" id="{28BF1CF4-A675-556A-3E05-D58E0A0503FD}"/>
                </a:ext>
              </a:extLst>
            </p:cNvPr>
            <p:cNvSpPr/>
            <p:nvPr/>
          </p:nvSpPr>
          <p:spPr>
            <a:xfrm>
              <a:off x="17340693" y="1834783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ff_tokens_1_3_top_2">
              <a:extLst>
                <a:ext uri="{FF2B5EF4-FFF2-40B4-BE49-F238E27FC236}">
                  <a16:creationId xmlns:a16="http://schemas.microsoft.com/office/drawing/2014/main" id="{3CC6147F-B289-0389-556F-F27300ABF1C2}"/>
                </a:ext>
              </a:extLst>
            </p:cNvPr>
            <p:cNvSpPr/>
            <p:nvPr/>
          </p:nvSpPr>
          <p:spPr>
            <a:xfrm>
              <a:off x="16911913" y="1954443"/>
              <a:ext cx="428781" cy="119660"/>
            </a:xfrm>
            <a:custGeom>
              <a:avLst/>
              <a:gdLst/>
              <a:ahLst/>
              <a:cxnLst/>
              <a:rect l="0" t="0" r="0" b="0"/>
              <a:pathLst>
                <a:path w="428781" h="119660">
                  <a:moveTo>
                    <a:pt x="0" y="119659"/>
                  </a:moveTo>
                  <a:lnTo>
                    <a:pt x="119660" y="0"/>
                  </a:lnTo>
                  <a:lnTo>
                    <a:pt x="428780" y="0"/>
                  </a:lnTo>
                  <a:lnTo>
                    <a:pt x="309121" y="119659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ff_tokens_1_3_side_2">
              <a:extLst>
                <a:ext uri="{FF2B5EF4-FFF2-40B4-BE49-F238E27FC236}">
                  <a16:creationId xmlns:a16="http://schemas.microsoft.com/office/drawing/2014/main" id="{0526B253-760F-5788-F88D-F452822D2C72}"/>
                </a:ext>
              </a:extLst>
            </p:cNvPr>
            <p:cNvSpPr/>
            <p:nvPr/>
          </p:nvSpPr>
          <p:spPr>
            <a:xfrm>
              <a:off x="17221034" y="1954443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ff_tokens_1_3_top_1">
              <a:extLst>
                <a:ext uri="{FF2B5EF4-FFF2-40B4-BE49-F238E27FC236}">
                  <a16:creationId xmlns:a16="http://schemas.microsoft.com/office/drawing/2014/main" id="{93FC90E6-E653-A553-D1D7-4004AFD45642}"/>
                </a:ext>
              </a:extLst>
            </p:cNvPr>
            <p:cNvSpPr/>
            <p:nvPr/>
          </p:nvSpPr>
          <p:spPr>
            <a:xfrm>
              <a:off x="16792253" y="2074102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ff_tokens_1_3_side_1">
              <a:extLst>
                <a:ext uri="{FF2B5EF4-FFF2-40B4-BE49-F238E27FC236}">
                  <a16:creationId xmlns:a16="http://schemas.microsoft.com/office/drawing/2014/main" id="{CB3F1A35-0D3A-6F78-335C-4B429425981D}"/>
                </a:ext>
              </a:extLst>
            </p:cNvPr>
            <p:cNvSpPr/>
            <p:nvPr/>
          </p:nvSpPr>
          <p:spPr>
            <a:xfrm>
              <a:off x="17101375" y="2074102"/>
              <a:ext cx="119660" cy="448726"/>
            </a:xfrm>
            <a:custGeom>
              <a:avLst/>
              <a:gdLst/>
              <a:ahLst/>
              <a:cxnLst/>
              <a:rect l="0" t="0" r="0" b="0"/>
              <a:pathLst>
                <a:path w="119660" h="448726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ff_tokens_1_3_top_0">
              <a:extLst>
                <a:ext uri="{FF2B5EF4-FFF2-40B4-BE49-F238E27FC236}">
                  <a16:creationId xmlns:a16="http://schemas.microsoft.com/office/drawing/2014/main" id="{7653C076-0C98-0B77-C365-F74E12685817}"/>
                </a:ext>
              </a:extLst>
            </p:cNvPr>
            <p:cNvSpPr/>
            <p:nvPr/>
          </p:nvSpPr>
          <p:spPr>
            <a:xfrm>
              <a:off x="16672593" y="2193762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0" y="0"/>
                  </a:lnTo>
                  <a:lnTo>
                    <a:pt x="428782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ff_tokens_1_3_side_0">
              <a:extLst>
                <a:ext uri="{FF2B5EF4-FFF2-40B4-BE49-F238E27FC236}">
                  <a16:creationId xmlns:a16="http://schemas.microsoft.com/office/drawing/2014/main" id="{F48F5BD0-D3CE-909B-1FF3-188E32B02375}"/>
                </a:ext>
              </a:extLst>
            </p:cNvPr>
            <p:cNvSpPr/>
            <p:nvPr/>
          </p:nvSpPr>
          <p:spPr>
            <a:xfrm>
              <a:off x="16981714" y="2193762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60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ff_tokens_1_3_front">
              <a:extLst>
                <a:ext uri="{FF2B5EF4-FFF2-40B4-BE49-F238E27FC236}">
                  <a16:creationId xmlns:a16="http://schemas.microsoft.com/office/drawing/2014/main" id="{765BE51B-0915-9A69-1A53-6534D38499D2}"/>
                </a:ext>
              </a:extLst>
            </p:cNvPr>
            <p:cNvSpPr/>
            <p:nvPr/>
          </p:nvSpPr>
          <p:spPr>
            <a:xfrm>
              <a:off x="16672593" y="2313422"/>
              <a:ext cx="309121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2" name="ff_tokens_2_0">
            <a:extLst>
              <a:ext uri="{FF2B5EF4-FFF2-40B4-BE49-F238E27FC236}">
                <a16:creationId xmlns:a16="http://schemas.microsoft.com/office/drawing/2014/main" id="{057063BC-6877-433C-C78D-604969FD994B}"/>
              </a:ext>
            </a:extLst>
          </p:cNvPr>
          <p:cNvGrpSpPr/>
          <p:nvPr/>
        </p:nvGrpSpPr>
        <p:grpSpPr>
          <a:xfrm>
            <a:off x="11467394" y="2831948"/>
            <a:ext cx="787761" cy="807704"/>
            <a:chOff x="11467394" y="2831948"/>
            <a:chExt cx="787761" cy="807704"/>
          </a:xfrm>
        </p:grpSpPr>
        <p:sp>
          <p:nvSpPr>
            <p:cNvPr id="366" name="ff_tokens_2_0_top_3">
              <a:extLst>
                <a:ext uri="{FF2B5EF4-FFF2-40B4-BE49-F238E27FC236}">
                  <a16:creationId xmlns:a16="http://schemas.microsoft.com/office/drawing/2014/main" id="{DB36A6A4-65B0-7A5A-3641-26F4D7B13804}"/>
                </a:ext>
              </a:extLst>
            </p:cNvPr>
            <p:cNvSpPr/>
            <p:nvPr/>
          </p:nvSpPr>
          <p:spPr>
            <a:xfrm>
              <a:off x="11826373" y="2831948"/>
              <a:ext cx="428782" cy="119660"/>
            </a:xfrm>
            <a:custGeom>
              <a:avLst/>
              <a:gdLst/>
              <a:ahLst/>
              <a:cxnLst/>
              <a:rect l="0" t="0" r="0" b="0"/>
              <a:pathLst>
                <a:path w="428782" h="119660">
                  <a:moveTo>
                    <a:pt x="0" y="119659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1" y="119659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ff_tokens_2_0_side_3">
              <a:extLst>
                <a:ext uri="{FF2B5EF4-FFF2-40B4-BE49-F238E27FC236}">
                  <a16:creationId xmlns:a16="http://schemas.microsoft.com/office/drawing/2014/main" id="{92AB2215-F1B7-2D54-28E2-E35725948E8C}"/>
                </a:ext>
              </a:extLst>
            </p:cNvPr>
            <p:cNvSpPr/>
            <p:nvPr/>
          </p:nvSpPr>
          <p:spPr>
            <a:xfrm>
              <a:off x="12135494" y="283194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59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ff_tokens_2_0_top_2">
              <a:extLst>
                <a:ext uri="{FF2B5EF4-FFF2-40B4-BE49-F238E27FC236}">
                  <a16:creationId xmlns:a16="http://schemas.microsoft.com/office/drawing/2014/main" id="{51CAFAAC-44CD-D916-B247-B6094025B87A}"/>
                </a:ext>
              </a:extLst>
            </p:cNvPr>
            <p:cNvSpPr/>
            <p:nvPr/>
          </p:nvSpPr>
          <p:spPr>
            <a:xfrm>
              <a:off x="11706713" y="2951607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9" name="ff_tokens_2_0_side_2">
              <a:extLst>
                <a:ext uri="{FF2B5EF4-FFF2-40B4-BE49-F238E27FC236}">
                  <a16:creationId xmlns:a16="http://schemas.microsoft.com/office/drawing/2014/main" id="{DD7C7135-41CF-E343-E263-8EC11824B105}"/>
                </a:ext>
              </a:extLst>
            </p:cNvPr>
            <p:cNvSpPr/>
            <p:nvPr/>
          </p:nvSpPr>
          <p:spPr>
            <a:xfrm>
              <a:off x="12015834" y="2951607"/>
              <a:ext cx="119661" cy="448726"/>
            </a:xfrm>
            <a:custGeom>
              <a:avLst/>
              <a:gdLst/>
              <a:ahLst/>
              <a:cxnLst/>
              <a:rect l="0" t="0" r="0" b="0"/>
              <a:pathLst>
                <a:path w="119661" h="448726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0" name="ff_tokens_2_0_top_1">
              <a:extLst>
                <a:ext uri="{FF2B5EF4-FFF2-40B4-BE49-F238E27FC236}">
                  <a16:creationId xmlns:a16="http://schemas.microsoft.com/office/drawing/2014/main" id="{37728C7B-9C72-3D48-3F2C-E1EAA7D65A8A}"/>
                </a:ext>
              </a:extLst>
            </p:cNvPr>
            <p:cNvSpPr/>
            <p:nvPr/>
          </p:nvSpPr>
          <p:spPr>
            <a:xfrm>
              <a:off x="11587053" y="3071267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ff_tokens_2_0_side_1">
              <a:extLst>
                <a:ext uri="{FF2B5EF4-FFF2-40B4-BE49-F238E27FC236}">
                  <a16:creationId xmlns:a16="http://schemas.microsoft.com/office/drawing/2014/main" id="{AB69C8B5-B831-3A30-6421-E04EB9E682DF}"/>
                </a:ext>
              </a:extLst>
            </p:cNvPr>
            <p:cNvSpPr/>
            <p:nvPr/>
          </p:nvSpPr>
          <p:spPr>
            <a:xfrm>
              <a:off x="11896175" y="3071267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ff_tokens_2_0_top_0">
              <a:extLst>
                <a:ext uri="{FF2B5EF4-FFF2-40B4-BE49-F238E27FC236}">
                  <a16:creationId xmlns:a16="http://schemas.microsoft.com/office/drawing/2014/main" id="{94699D82-AC5E-F640-9640-B952B9EBABF9}"/>
                </a:ext>
              </a:extLst>
            </p:cNvPr>
            <p:cNvSpPr/>
            <p:nvPr/>
          </p:nvSpPr>
          <p:spPr>
            <a:xfrm>
              <a:off x="11467394" y="3190927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59" y="0"/>
                  </a:lnTo>
                  <a:lnTo>
                    <a:pt x="428781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ff_tokens_2_0_side_0">
              <a:extLst>
                <a:ext uri="{FF2B5EF4-FFF2-40B4-BE49-F238E27FC236}">
                  <a16:creationId xmlns:a16="http://schemas.microsoft.com/office/drawing/2014/main" id="{D3815E3D-EF13-ACCA-0496-154F149A835A}"/>
                </a:ext>
              </a:extLst>
            </p:cNvPr>
            <p:cNvSpPr/>
            <p:nvPr/>
          </p:nvSpPr>
          <p:spPr>
            <a:xfrm>
              <a:off x="11776515" y="3190927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ff_tokens_2_0_front">
              <a:extLst>
                <a:ext uri="{FF2B5EF4-FFF2-40B4-BE49-F238E27FC236}">
                  <a16:creationId xmlns:a16="http://schemas.microsoft.com/office/drawing/2014/main" id="{3A7DB00A-5061-A1D6-78DB-74221C5CE78E}"/>
                </a:ext>
              </a:extLst>
            </p:cNvPr>
            <p:cNvSpPr/>
            <p:nvPr/>
          </p:nvSpPr>
          <p:spPr>
            <a:xfrm>
              <a:off x="11467394" y="3310587"/>
              <a:ext cx="309121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3" name="ff_tokens_2_1">
            <a:extLst>
              <a:ext uri="{FF2B5EF4-FFF2-40B4-BE49-F238E27FC236}">
                <a16:creationId xmlns:a16="http://schemas.microsoft.com/office/drawing/2014/main" id="{A427B5CF-EDC7-BFAB-B8EB-AA07340E677C}"/>
              </a:ext>
            </a:extLst>
          </p:cNvPr>
          <p:cNvGrpSpPr/>
          <p:nvPr/>
        </p:nvGrpSpPr>
        <p:grpSpPr>
          <a:xfrm>
            <a:off x="13042914" y="2831948"/>
            <a:ext cx="787761" cy="807704"/>
            <a:chOff x="13042914" y="2831948"/>
            <a:chExt cx="787761" cy="807704"/>
          </a:xfrm>
        </p:grpSpPr>
        <p:sp>
          <p:nvSpPr>
            <p:cNvPr id="375" name="ff_tokens_2_1_top_3">
              <a:extLst>
                <a:ext uri="{FF2B5EF4-FFF2-40B4-BE49-F238E27FC236}">
                  <a16:creationId xmlns:a16="http://schemas.microsoft.com/office/drawing/2014/main" id="{6E45C336-3B6E-AA4C-26B1-DC97A9A6930D}"/>
                </a:ext>
              </a:extLst>
            </p:cNvPr>
            <p:cNvSpPr/>
            <p:nvPr/>
          </p:nvSpPr>
          <p:spPr>
            <a:xfrm>
              <a:off x="13401894" y="2831948"/>
              <a:ext cx="428781" cy="119660"/>
            </a:xfrm>
            <a:custGeom>
              <a:avLst/>
              <a:gdLst/>
              <a:ahLst/>
              <a:cxnLst/>
              <a:rect l="0" t="0" r="0" b="0"/>
              <a:pathLst>
                <a:path w="428781" h="119660">
                  <a:moveTo>
                    <a:pt x="0" y="119659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0" y="119659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ff_tokens_2_1_side_3">
              <a:extLst>
                <a:ext uri="{FF2B5EF4-FFF2-40B4-BE49-F238E27FC236}">
                  <a16:creationId xmlns:a16="http://schemas.microsoft.com/office/drawing/2014/main" id="{B99E69A6-B74E-FB53-3BE8-B1908923FBCA}"/>
                </a:ext>
              </a:extLst>
            </p:cNvPr>
            <p:cNvSpPr/>
            <p:nvPr/>
          </p:nvSpPr>
          <p:spPr>
            <a:xfrm>
              <a:off x="13711014" y="283194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59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ff_tokens_2_1_top_2">
              <a:extLst>
                <a:ext uri="{FF2B5EF4-FFF2-40B4-BE49-F238E27FC236}">
                  <a16:creationId xmlns:a16="http://schemas.microsoft.com/office/drawing/2014/main" id="{E2CB5C91-AA68-AB03-DA45-B2A8FCAE65B7}"/>
                </a:ext>
              </a:extLst>
            </p:cNvPr>
            <p:cNvSpPr/>
            <p:nvPr/>
          </p:nvSpPr>
          <p:spPr>
            <a:xfrm>
              <a:off x="13282233" y="2951607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1" y="0"/>
                  </a:lnTo>
                  <a:lnTo>
                    <a:pt x="428781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ff_tokens_2_1_side_2">
              <a:extLst>
                <a:ext uri="{FF2B5EF4-FFF2-40B4-BE49-F238E27FC236}">
                  <a16:creationId xmlns:a16="http://schemas.microsoft.com/office/drawing/2014/main" id="{AC6E5A22-70CF-A85E-6D98-18A468440AD6}"/>
                </a:ext>
              </a:extLst>
            </p:cNvPr>
            <p:cNvSpPr/>
            <p:nvPr/>
          </p:nvSpPr>
          <p:spPr>
            <a:xfrm>
              <a:off x="13591355" y="2951607"/>
              <a:ext cx="119660" cy="448726"/>
            </a:xfrm>
            <a:custGeom>
              <a:avLst/>
              <a:gdLst/>
              <a:ahLst/>
              <a:cxnLst/>
              <a:rect l="0" t="0" r="0" b="0"/>
              <a:pathLst>
                <a:path w="119660" h="448726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ff_tokens_2_1_top_1">
              <a:extLst>
                <a:ext uri="{FF2B5EF4-FFF2-40B4-BE49-F238E27FC236}">
                  <a16:creationId xmlns:a16="http://schemas.microsoft.com/office/drawing/2014/main" id="{E063A212-40A9-54BD-C0A4-96366C86D249}"/>
                </a:ext>
              </a:extLst>
            </p:cNvPr>
            <p:cNvSpPr/>
            <p:nvPr/>
          </p:nvSpPr>
          <p:spPr>
            <a:xfrm>
              <a:off x="13162573" y="3071267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0" y="0"/>
                  </a:lnTo>
                  <a:lnTo>
                    <a:pt x="428782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ff_tokens_2_1_side_1">
              <a:extLst>
                <a:ext uri="{FF2B5EF4-FFF2-40B4-BE49-F238E27FC236}">
                  <a16:creationId xmlns:a16="http://schemas.microsoft.com/office/drawing/2014/main" id="{2225F835-11F8-B37A-0764-9B01705DA273}"/>
                </a:ext>
              </a:extLst>
            </p:cNvPr>
            <p:cNvSpPr/>
            <p:nvPr/>
          </p:nvSpPr>
          <p:spPr>
            <a:xfrm>
              <a:off x="13471694" y="3071267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60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ff_tokens_2_1_top_0">
              <a:extLst>
                <a:ext uri="{FF2B5EF4-FFF2-40B4-BE49-F238E27FC236}">
                  <a16:creationId xmlns:a16="http://schemas.microsoft.com/office/drawing/2014/main" id="{502B001B-7AEA-E150-269C-F49361686647}"/>
                </a:ext>
              </a:extLst>
            </p:cNvPr>
            <p:cNvSpPr/>
            <p:nvPr/>
          </p:nvSpPr>
          <p:spPr>
            <a:xfrm>
              <a:off x="13042914" y="3190927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2" name="ff_tokens_2_1_side_0">
              <a:extLst>
                <a:ext uri="{FF2B5EF4-FFF2-40B4-BE49-F238E27FC236}">
                  <a16:creationId xmlns:a16="http://schemas.microsoft.com/office/drawing/2014/main" id="{11307D1A-2630-3243-07CF-20AA03EC527A}"/>
                </a:ext>
              </a:extLst>
            </p:cNvPr>
            <p:cNvSpPr/>
            <p:nvPr/>
          </p:nvSpPr>
          <p:spPr>
            <a:xfrm>
              <a:off x="13352035" y="3190927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ff_tokens_2_1_front">
              <a:extLst>
                <a:ext uri="{FF2B5EF4-FFF2-40B4-BE49-F238E27FC236}">
                  <a16:creationId xmlns:a16="http://schemas.microsoft.com/office/drawing/2014/main" id="{65C31A8E-6EBB-1FD4-0924-B4B020DD0690}"/>
                </a:ext>
              </a:extLst>
            </p:cNvPr>
            <p:cNvSpPr/>
            <p:nvPr/>
          </p:nvSpPr>
          <p:spPr>
            <a:xfrm>
              <a:off x="13042914" y="3310587"/>
              <a:ext cx="309121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4" name="ff_tokens_2_2">
            <a:extLst>
              <a:ext uri="{FF2B5EF4-FFF2-40B4-BE49-F238E27FC236}">
                <a16:creationId xmlns:a16="http://schemas.microsoft.com/office/drawing/2014/main" id="{A67CF29F-DBC0-C650-B747-07E5855ED892}"/>
              </a:ext>
            </a:extLst>
          </p:cNvPr>
          <p:cNvGrpSpPr/>
          <p:nvPr/>
        </p:nvGrpSpPr>
        <p:grpSpPr>
          <a:xfrm>
            <a:off x="15097072" y="2831948"/>
            <a:ext cx="787763" cy="807704"/>
            <a:chOff x="15097072" y="2831948"/>
            <a:chExt cx="787763" cy="807704"/>
          </a:xfrm>
        </p:grpSpPr>
        <p:sp>
          <p:nvSpPr>
            <p:cNvPr id="384" name="ff_tokens_2_2_top_3">
              <a:extLst>
                <a:ext uri="{FF2B5EF4-FFF2-40B4-BE49-F238E27FC236}">
                  <a16:creationId xmlns:a16="http://schemas.microsoft.com/office/drawing/2014/main" id="{43F56DEC-7F82-4CDE-CC8F-814211CF26EA}"/>
                </a:ext>
              </a:extLst>
            </p:cNvPr>
            <p:cNvSpPr/>
            <p:nvPr/>
          </p:nvSpPr>
          <p:spPr>
            <a:xfrm>
              <a:off x="15456052" y="2831948"/>
              <a:ext cx="428783" cy="119660"/>
            </a:xfrm>
            <a:custGeom>
              <a:avLst/>
              <a:gdLst/>
              <a:ahLst/>
              <a:cxnLst/>
              <a:rect l="0" t="0" r="0" b="0"/>
              <a:pathLst>
                <a:path w="428783" h="119660">
                  <a:moveTo>
                    <a:pt x="0" y="119659"/>
                  </a:moveTo>
                  <a:lnTo>
                    <a:pt x="119659" y="0"/>
                  </a:lnTo>
                  <a:lnTo>
                    <a:pt x="428782" y="0"/>
                  </a:lnTo>
                  <a:lnTo>
                    <a:pt x="309122" y="119659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5" name="ff_tokens_2_2_side_3">
              <a:extLst>
                <a:ext uri="{FF2B5EF4-FFF2-40B4-BE49-F238E27FC236}">
                  <a16:creationId xmlns:a16="http://schemas.microsoft.com/office/drawing/2014/main" id="{905CB5F1-A865-82AC-E5C2-E7A30EB8DA77}"/>
                </a:ext>
              </a:extLst>
            </p:cNvPr>
            <p:cNvSpPr/>
            <p:nvPr/>
          </p:nvSpPr>
          <p:spPr>
            <a:xfrm>
              <a:off x="15765174" y="283194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59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ff_tokens_2_2_top_2">
              <a:extLst>
                <a:ext uri="{FF2B5EF4-FFF2-40B4-BE49-F238E27FC236}">
                  <a16:creationId xmlns:a16="http://schemas.microsoft.com/office/drawing/2014/main" id="{A44CFDB9-1453-4928-6F6B-73089C87DF13}"/>
                </a:ext>
              </a:extLst>
            </p:cNvPr>
            <p:cNvSpPr/>
            <p:nvPr/>
          </p:nvSpPr>
          <p:spPr>
            <a:xfrm>
              <a:off x="15336393" y="2951607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59" y="0"/>
                  </a:lnTo>
                  <a:lnTo>
                    <a:pt x="428781" y="0"/>
                  </a:lnTo>
                  <a:lnTo>
                    <a:pt x="309120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ff_tokens_2_2_side_2">
              <a:extLst>
                <a:ext uri="{FF2B5EF4-FFF2-40B4-BE49-F238E27FC236}">
                  <a16:creationId xmlns:a16="http://schemas.microsoft.com/office/drawing/2014/main" id="{AF9426F5-33E2-D04C-9B45-8076479BEAD7}"/>
                </a:ext>
              </a:extLst>
            </p:cNvPr>
            <p:cNvSpPr/>
            <p:nvPr/>
          </p:nvSpPr>
          <p:spPr>
            <a:xfrm>
              <a:off x="15645513" y="2951607"/>
              <a:ext cx="119662" cy="448726"/>
            </a:xfrm>
            <a:custGeom>
              <a:avLst/>
              <a:gdLst/>
              <a:ahLst/>
              <a:cxnLst/>
              <a:rect l="0" t="0" r="0" b="0"/>
              <a:pathLst>
                <a:path w="119662" h="448726">
                  <a:moveTo>
                    <a:pt x="0" y="119660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8" name="ff_tokens_2_2_top_1">
              <a:extLst>
                <a:ext uri="{FF2B5EF4-FFF2-40B4-BE49-F238E27FC236}">
                  <a16:creationId xmlns:a16="http://schemas.microsoft.com/office/drawing/2014/main" id="{74014551-8D38-32E1-D287-CC3FAFF5FAEC}"/>
                </a:ext>
              </a:extLst>
            </p:cNvPr>
            <p:cNvSpPr/>
            <p:nvPr/>
          </p:nvSpPr>
          <p:spPr>
            <a:xfrm>
              <a:off x="15216733" y="3071267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60" y="0"/>
                  </a:lnTo>
                  <a:lnTo>
                    <a:pt x="428780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ff_tokens_2_2_side_1">
              <a:extLst>
                <a:ext uri="{FF2B5EF4-FFF2-40B4-BE49-F238E27FC236}">
                  <a16:creationId xmlns:a16="http://schemas.microsoft.com/office/drawing/2014/main" id="{E8FACC16-1390-CD70-31DF-54EECD679DF1}"/>
                </a:ext>
              </a:extLst>
            </p:cNvPr>
            <p:cNvSpPr/>
            <p:nvPr/>
          </p:nvSpPr>
          <p:spPr>
            <a:xfrm>
              <a:off x="15525854" y="3071267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0" name="ff_tokens_2_2_top_0">
              <a:extLst>
                <a:ext uri="{FF2B5EF4-FFF2-40B4-BE49-F238E27FC236}">
                  <a16:creationId xmlns:a16="http://schemas.microsoft.com/office/drawing/2014/main" id="{62B61BA8-DE8F-792E-85E2-182010BE8C90}"/>
                </a:ext>
              </a:extLst>
            </p:cNvPr>
            <p:cNvSpPr/>
            <p:nvPr/>
          </p:nvSpPr>
          <p:spPr>
            <a:xfrm>
              <a:off x="15097072" y="3190927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1" y="0"/>
                  </a:lnTo>
                  <a:lnTo>
                    <a:pt x="428782" y="0"/>
                  </a:lnTo>
                  <a:lnTo>
                    <a:pt x="309123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1" name="ff_tokens_2_2_side_0">
              <a:extLst>
                <a:ext uri="{FF2B5EF4-FFF2-40B4-BE49-F238E27FC236}">
                  <a16:creationId xmlns:a16="http://schemas.microsoft.com/office/drawing/2014/main" id="{9160D45F-900B-593E-5DB4-81E194146ED9}"/>
                </a:ext>
              </a:extLst>
            </p:cNvPr>
            <p:cNvSpPr/>
            <p:nvPr/>
          </p:nvSpPr>
          <p:spPr>
            <a:xfrm>
              <a:off x="15406195" y="3190927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2" name="ff_tokens_2_2_front">
              <a:extLst>
                <a:ext uri="{FF2B5EF4-FFF2-40B4-BE49-F238E27FC236}">
                  <a16:creationId xmlns:a16="http://schemas.microsoft.com/office/drawing/2014/main" id="{06EE4D3B-F64A-C6A6-F946-766832C30799}"/>
                </a:ext>
              </a:extLst>
            </p:cNvPr>
            <p:cNvSpPr/>
            <p:nvPr/>
          </p:nvSpPr>
          <p:spPr>
            <a:xfrm>
              <a:off x="15097072" y="3310587"/>
              <a:ext cx="309121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5" name="ff_tokens_2_3">
            <a:extLst>
              <a:ext uri="{FF2B5EF4-FFF2-40B4-BE49-F238E27FC236}">
                <a16:creationId xmlns:a16="http://schemas.microsoft.com/office/drawing/2014/main" id="{95E34668-8DD8-4145-7086-1310BBACFC6A}"/>
              </a:ext>
            </a:extLst>
          </p:cNvPr>
          <p:cNvGrpSpPr/>
          <p:nvPr/>
        </p:nvGrpSpPr>
        <p:grpSpPr>
          <a:xfrm>
            <a:off x="16672593" y="2831948"/>
            <a:ext cx="787761" cy="807704"/>
            <a:chOff x="16672593" y="2831948"/>
            <a:chExt cx="787761" cy="807704"/>
          </a:xfrm>
        </p:grpSpPr>
        <p:sp>
          <p:nvSpPr>
            <p:cNvPr id="393" name="ff_tokens_2_3_top_3">
              <a:extLst>
                <a:ext uri="{FF2B5EF4-FFF2-40B4-BE49-F238E27FC236}">
                  <a16:creationId xmlns:a16="http://schemas.microsoft.com/office/drawing/2014/main" id="{4B4BEEA9-856D-7271-BB62-995F78D64675}"/>
                </a:ext>
              </a:extLst>
            </p:cNvPr>
            <p:cNvSpPr/>
            <p:nvPr/>
          </p:nvSpPr>
          <p:spPr>
            <a:xfrm>
              <a:off x="17031573" y="2831948"/>
              <a:ext cx="428781" cy="119660"/>
            </a:xfrm>
            <a:custGeom>
              <a:avLst/>
              <a:gdLst/>
              <a:ahLst/>
              <a:cxnLst/>
              <a:rect l="0" t="0" r="0" b="0"/>
              <a:pathLst>
                <a:path w="428781" h="119660">
                  <a:moveTo>
                    <a:pt x="0" y="119659"/>
                  </a:moveTo>
                  <a:lnTo>
                    <a:pt x="119659" y="0"/>
                  </a:lnTo>
                  <a:lnTo>
                    <a:pt x="428780" y="0"/>
                  </a:lnTo>
                  <a:lnTo>
                    <a:pt x="309120" y="119659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4" name="ff_tokens_2_3_side_3">
              <a:extLst>
                <a:ext uri="{FF2B5EF4-FFF2-40B4-BE49-F238E27FC236}">
                  <a16:creationId xmlns:a16="http://schemas.microsoft.com/office/drawing/2014/main" id="{888C26EC-BEC2-3687-4A0F-B12F76FF52DC}"/>
                </a:ext>
              </a:extLst>
            </p:cNvPr>
            <p:cNvSpPr/>
            <p:nvPr/>
          </p:nvSpPr>
          <p:spPr>
            <a:xfrm>
              <a:off x="17340693" y="283194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59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5" name="ff_tokens_2_3_top_2">
              <a:extLst>
                <a:ext uri="{FF2B5EF4-FFF2-40B4-BE49-F238E27FC236}">
                  <a16:creationId xmlns:a16="http://schemas.microsoft.com/office/drawing/2014/main" id="{4CD2A48F-CDAC-124C-E6C8-44CBC58B4AFF}"/>
                </a:ext>
              </a:extLst>
            </p:cNvPr>
            <p:cNvSpPr/>
            <p:nvPr/>
          </p:nvSpPr>
          <p:spPr>
            <a:xfrm>
              <a:off x="16911913" y="2951607"/>
              <a:ext cx="428781" cy="119661"/>
            </a:xfrm>
            <a:custGeom>
              <a:avLst/>
              <a:gdLst/>
              <a:ahLst/>
              <a:cxnLst/>
              <a:rect l="0" t="0" r="0" b="0"/>
              <a:pathLst>
                <a:path w="428781" h="119661">
                  <a:moveTo>
                    <a:pt x="0" y="119660"/>
                  </a:moveTo>
                  <a:lnTo>
                    <a:pt x="119660" y="0"/>
                  </a:lnTo>
                  <a:lnTo>
                    <a:pt x="428780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ff_tokens_2_3_side_2">
              <a:extLst>
                <a:ext uri="{FF2B5EF4-FFF2-40B4-BE49-F238E27FC236}">
                  <a16:creationId xmlns:a16="http://schemas.microsoft.com/office/drawing/2014/main" id="{4B641744-305E-17BA-313F-8EC8CE549D0B}"/>
                </a:ext>
              </a:extLst>
            </p:cNvPr>
            <p:cNvSpPr/>
            <p:nvPr/>
          </p:nvSpPr>
          <p:spPr>
            <a:xfrm>
              <a:off x="17221034" y="2951607"/>
              <a:ext cx="119660" cy="448726"/>
            </a:xfrm>
            <a:custGeom>
              <a:avLst/>
              <a:gdLst/>
              <a:ahLst/>
              <a:cxnLst/>
              <a:rect l="0" t="0" r="0" b="0"/>
              <a:pathLst>
                <a:path w="119660" h="448726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ff_tokens_2_3_top_1">
              <a:extLst>
                <a:ext uri="{FF2B5EF4-FFF2-40B4-BE49-F238E27FC236}">
                  <a16:creationId xmlns:a16="http://schemas.microsoft.com/office/drawing/2014/main" id="{E50DF6C1-2525-D3B7-1150-1840FECCCFE0}"/>
                </a:ext>
              </a:extLst>
            </p:cNvPr>
            <p:cNvSpPr/>
            <p:nvPr/>
          </p:nvSpPr>
          <p:spPr>
            <a:xfrm>
              <a:off x="16792253" y="3071267"/>
              <a:ext cx="428782" cy="119661"/>
            </a:xfrm>
            <a:custGeom>
              <a:avLst/>
              <a:gdLst/>
              <a:ahLst/>
              <a:cxnLst/>
              <a:rect l="0" t="0" r="0" b="0"/>
              <a:pathLst>
                <a:path w="428782" h="119661">
                  <a:moveTo>
                    <a:pt x="0" y="119660"/>
                  </a:moveTo>
                  <a:lnTo>
                    <a:pt x="119660" y="0"/>
                  </a:lnTo>
                  <a:lnTo>
                    <a:pt x="428781" y="0"/>
                  </a:lnTo>
                  <a:lnTo>
                    <a:pt x="309122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ff_tokens_2_3_side_1">
              <a:extLst>
                <a:ext uri="{FF2B5EF4-FFF2-40B4-BE49-F238E27FC236}">
                  <a16:creationId xmlns:a16="http://schemas.microsoft.com/office/drawing/2014/main" id="{253A04FA-3BA3-4788-6E4C-E2844FD7D6FB}"/>
                </a:ext>
              </a:extLst>
            </p:cNvPr>
            <p:cNvSpPr/>
            <p:nvPr/>
          </p:nvSpPr>
          <p:spPr>
            <a:xfrm>
              <a:off x="17101375" y="3071267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ff_tokens_2_3_top_0">
              <a:extLst>
                <a:ext uri="{FF2B5EF4-FFF2-40B4-BE49-F238E27FC236}">
                  <a16:creationId xmlns:a16="http://schemas.microsoft.com/office/drawing/2014/main" id="{0953AF71-97F8-8947-58BB-27E623701A42}"/>
                </a:ext>
              </a:extLst>
            </p:cNvPr>
            <p:cNvSpPr/>
            <p:nvPr/>
          </p:nvSpPr>
          <p:spPr>
            <a:xfrm>
              <a:off x="16672593" y="3190927"/>
              <a:ext cx="428783" cy="119661"/>
            </a:xfrm>
            <a:custGeom>
              <a:avLst/>
              <a:gdLst/>
              <a:ahLst/>
              <a:cxnLst/>
              <a:rect l="0" t="0" r="0" b="0"/>
              <a:pathLst>
                <a:path w="428783" h="119661">
                  <a:moveTo>
                    <a:pt x="0" y="119660"/>
                  </a:moveTo>
                  <a:lnTo>
                    <a:pt x="119660" y="0"/>
                  </a:lnTo>
                  <a:lnTo>
                    <a:pt x="428782" y="0"/>
                  </a:lnTo>
                  <a:lnTo>
                    <a:pt x="309121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0" name="ff_tokens_2_3_side_0">
              <a:extLst>
                <a:ext uri="{FF2B5EF4-FFF2-40B4-BE49-F238E27FC236}">
                  <a16:creationId xmlns:a16="http://schemas.microsoft.com/office/drawing/2014/main" id="{B7052601-7250-1165-7C78-563EA1763331}"/>
                </a:ext>
              </a:extLst>
            </p:cNvPr>
            <p:cNvSpPr/>
            <p:nvPr/>
          </p:nvSpPr>
          <p:spPr>
            <a:xfrm>
              <a:off x="16981714" y="3190927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60"/>
                  </a:moveTo>
                  <a:lnTo>
                    <a:pt x="119661" y="0"/>
                  </a:lnTo>
                  <a:lnTo>
                    <a:pt x="119661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1" name="ff_tokens_2_3_front">
              <a:extLst>
                <a:ext uri="{FF2B5EF4-FFF2-40B4-BE49-F238E27FC236}">
                  <a16:creationId xmlns:a16="http://schemas.microsoft.com/office/drawing/2014/main" id="{F51A1EA3-6C46-0D15-17E7-9B3332A13B30}"/>
                </a:ext>
              </a:extLst>
            </p:cNvPr>
            <p:cNvSpPr/>
            <p:nvPr/>
          </p:nvSpPr>
          <p:spPr>
            <a:xfrm>
              <a:off x="16672593" y="3310587"/>
              <a:ext cx="309121" cy="329064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7" name="attn_input_tokens_0">
            <a:extLst>
              <a:ext uri="{FF2B5EF4-FFF2-40B4-BE49-F238E27FC236}">
                <a16:creationId xmlns:a16="http://schemas.microsoft.com/office/drawing/2014/main" id="{A7845F3D-5D5A-8897-284F-B7F9CB7FBA4A}"/>
              </a:ext>
            </a:extLst>
          </p:cNvPr>
          <p:cNvGrpSpPr/>
          <p:nvPr/>
        </p:nvGrpSpPr>
        <p:grpSpPr>
          <a:xfrm>
            <a:off x="11088471" y="4676702"/>
            <a:ext cx="777789" cy="807705"/>
            <a:chOff x="11088471" y="4676702"/>
            <a:chExt cx="777789" cy="807705"/>
          </a:xfrm>
        </p:grpSpPr>
        <p:sp>
          <p:nvSpPr>
            <p:cNvPr id="462" name="attn_input_tokens_0_top_3">
              <a:extLst>
                <a:ext uri="{FF2B5EF4-FFF2-40B4-BE49-F238E27FC236}">
                  <a16:creationId xmlns:a16="http://schemas.microsoft.com/office/drawing/2014/main" id="{21B646D3-88B6-835D-E005-04583D01EC4B}"/>
                </a:ext>
              </a:extLst>
            </p:cNvPr>
            <p:cNvSpPr/>
            <p:nvPr/>
          </p:nvSpPr>
          <p:spPr>
            <a:xfrm>
              <a:off x="11447450" y="4676702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3" name="attn_input_tokens_0_side_3">
              <a:extLst>
                <a:ext uri="{FF2B5EF4-FFF2-40B4-BE49-F238E27FC236}">
                  <a16:creationId xmlns:a16="http://schemas.microsoft.com/office/drawing/2014/main" id="{9AD94EDE-EC9D-765D-5B39-9C76175129C5}"/>
                </a:ext>
              </a:extLst>
            </p:cNvPr>
            <p:cNvSpPr/>
            <p:nvPr/>
          </p:nvSpPr>
          <p:spPr>
            <a:xfrm>
              <a:off x="11746600" y="4676702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4" name="attn_input_tokens_0_top_2">
              <a:extLst>
                <a:ext uri="{FF2B5EF4-FFF2-40B4-BE49-F238E27FC236}">
                  <a16:creationId xmlns:a16="http://schemas.microsoft.com/office/drawing/2014/main" id="{53523965-0476-4983-C35C-9ABD4819ECB8}"/>
                </a:ext>
              </a:extLst>
            </p:cNvPr>
            <p:cNvSpPr/>
            <p:nvPr/>
          </p:nvSpPr>
          <p:spPr>
            <a:xfrm>
              <a:off x="11327791" y="4796362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59" y="0"/>
                  </a:lnTo>
                  <a:lnTo>
                    <a:pt x="418809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5" name="attn_input_tokens_0_side_2">
              <a:extLst>
                <a:ext uri="{FF2B5EF4-FFF2-40B4-BE49-F238E27FC236}">
                  <a16:creationId xmlns:a16="http://schemas.microsoft.com/office/drawing/2014/main" id="{AD649C9A-E4D0-E078-3F32-4F4BC03146E6}"/>
                </a:ext>
              </a:extLst>
            </p:cNvPr>
            <p:cNvSpPr/>
            <p:nvPr/>
          </p:nvSpPr>
          <p:spPr>
            <a:xfrm>
              <a:off x="11626940" y="4796362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6" name="attn_input_tokens_0_top_1">
              <a:extLst>
                <a:ext uri="{FF2B5EF4-FFF2-40B4-BE49-F238E27FC236}">
                  <a16:creationId xmlns:a16="http://schemas.microsoft.com/office/drawing/2014/main" id="{F954DF7A-02A7-2885-0A09-62CFBCB5DF80}"/>
                </a:ext>
              </a:extLst>
            </p:cNvPr>
            <p:cNvSpPr/>
            <p:nvPr/>
          </p:nvSpPr>
          <p:spPr>
            <a:xfrm>
              <a:off x="11208131" y="4916022"/>
              <a:ext cx="418810" cy="119660"/>
            </a:xfrm>
            <a:custGeom>
              <a:avLst/>
              <a:gdLst/>
              <a:ahLst/>
              <a:cxnLst/>
              <a:rect l="0" t="0" r="0" b="0"/>
              <a:pathLst>
                <a:path w="418810" h="119660">
                  <a:moveTo>
                    <a:pt x="0" y="119659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7" name="attn_input_tokens_0_side_1">
              <a:extLst>
                <a:ext uri="{FF2B5EF4-FFF2-40B4-BE49-F238E27FC236}">
                  <a16:creationId xmlns:a16="http://schemas.microsoft.com/office/drawing/2014/main" id="{31CDD494-95CD-0D45-0FEB-3E07BED4F8B6}"/>
                </a:ext>
              </a:extLst>
            </p:cNvPr>
            <p:cNvSpPr/>
            <p:nvPr/>
          </p:nvSpPr>
          <p:spPr>
            <a:xfrm>
              <a:off x="11507281" y="4916022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8" name="attn_input_tokens_0_top_0">
              <a:extLst>
                <a:ext uri="{FF2B5EF4-FFF2-40B4-BE49-F238E27FC236}">
                  <a16:creationId xmlns:a16="http://schemas.microsoft.com/office/drawing/2014/main" id="{A114F175-180C-0D19-A00E-E67FAB82AC7F}"/>
                </a:ext>
              </a:extLst>
            </p:cNvPr>
            <p:cNvSpPr/>
            <p:nvPr/>
          </p:nvSpPr>
          <p:spPr>
            <a:xfrm>
              <a:off x="11088471" y="5035681"/>
              <a:ext cx="418811" cy="119662"/>
            </a:xfrm>
            <a:custGeom>
              <a:avLst/>
              <a:gdLst/>
              <a:ahLst/>
              <a:cxnLst/>
              <a:rect l="0" t="0" r="0" b="0"/>
              <a:pathLst>
                <a:path w="418811" h="119662">
                  <a:moveTo>
                    <a:pt x="0" y="119661"/>
                  </a:moveTo>
                  <a:lnTo>
                    <a:pt x="119660" y="0"/>
                  </a:lnTo>
                  <a:lnTo>
                    <a:pt x="418810" y="0"/>
                  </a:lnTo>
                  <a:lnTo>
                    <a:pt x="299149" y="119661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9" name="attn_input_tokens_0_side_0">
              <a:extLst>
                <a:ext uri="{FF2B5EF4-FFF2-40B4-BE49-F238E27FC236}">
                  <a16:creationId xmlns:a16="http://schemas.microsoft.com/office/drawing/2014/main" id="{A66A64CF-DF33-E085-6E6B-F20603A2E69A}"/>
                </a:ext>
              </a:extLst>
            </p:cNvPr>
            <p:cNvSpPr/>
            <p:nvPr/>
          </p:nvSpPr>
          <p:spPr>
            <a:xfrm>
              <a:off x="11387620" y="5035681"/>
              <a:ext cx="119662" cy="448726"/>
            </a:xfrm>
            <a:custGeom>
              <a:avLst/>
              <a:gdLst/>
              <a:ahLst/>
              <a:cxnLst/>
              <a:rect l="0" t="0" r="0" b="0"/>
              <a:pathLst>
                <a:path w="119662" h="448726">
                  <a:moveTo>
                    <a:pt x="0" y="119661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0" name="attn_input_tokens_0_front">
              <a:extLst>
                <a:ext uri="{FF2B5EF4-FFF2-40B4-BE49-F238E27FC236}">
                  <a16:creationId xmlns:a16="http://schemas.microsoft.com/office/drawing/2014/main" id="{C114F5D0-2318-38E1-D2FB-756DD291F762}"/>
                </a:ext>
              </a:extLst>
            </p:cNvPr>
            <p:cNvSpPr/>
            <p:nvPr/>
          </p:nvSpPr>
          <p:spPr>
            <a:xfrm>
              <a:off x="11088471" y="5155342"/>
              <a:ext cx="299149" cy="329064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8" name="attn_output_tokens_0">
            <a:extLst>
              <a:ext uri="{FF2B5EF4-FFF2-40B4-BE49-F238E27FC236}">
                <a16:creationId xmlns:a16="http://schemas.microsoft.com/office/drawing/2014/main" id="{F06DA41E-F49E-E431-744B-A16E533BE47E}"/>
              </a:ext>
            </a:extLst>
          </p:cNvPr>
          <p:cNvGrpSpPr/>
          <p:nvPr/>
        </p:nvGrpSpPr>
        <p:grpSpPr>
          <a:xfrm>
            <a:off x="17101375" y="4676702"/>
            <a:ext cx="777789" cy="807705"/>
            <a:chOff x="17101375" y="4676702"/>
            <a:chExt cx="777789" cy="807705"/>
          </a:xfrm>
        </p:grpSpPr>
        <p:sp>
          <p:nvSpPr>
            <p:cNvPr id="471" name="attn_output_tokens_0_top_3">
              <a:extLst>
                <a:ext uri="{FF2B5EF4-FFF2-40B4-BE49-F238E27FC236}">
                  <a16:creationId xmlns:a16="http://schemas.microsoft.com/office/drawing/2014/main" id="{BB4DA6DC-BDA1-7DC6-5EC5-02168B004B40}"/>
                </a:ext>
              </a:extLst>
            </p:cNvPr>
            <p:cNvSpPr/>
            <p:nvPr/>
          </p:nvSpPr>
          <p:spPr>
            <a:xfrm>
              <a:off x="17460353" y="4676702"/>
              <a:ext cx="418811" cy="119661"/>
            </a:xfrm>
            <a:custGeom>
              <a:avLst/>
              <a:gdLst/>
              <a:ahLst/>
              <a:cxnLst/>
              <a:rect l="0" t="0" r="0" b="0"/>
              <a:pathLst>
                <a:path w="418811" h="119661">
                  <a:moveTo>
                    <a:pt x="0" y="119660"/>
                  </a:moveTo>
                  <a:lnTo>
                    <a:pt x="119661" y="0"/>
                  </a:lnTo>
                  <a:lnTo>
                    <a:pt x="418810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2" name="attn_output_tokens_0_side_3">
              <a:extLst>
                <a:ext uri="{FF2B5EF4-FFF2-40B4-BE49-F238E27FC236}">
                  <a16:creationId xmlns:a16="http://schemas.microsoft.com/office/drawing/2014/main" id="{5FD6A116-538E-6470-551E-4A812D3E4D54}"/>
                </a:ext>
              </a:extLst>
            </p:cNvPr>
            <p:cNvSpPr/>
            <p:nvPr/>
          </p:nvSpPr>
          <p:spPr>
            <a:xfrm>
              <a:off x="17759502" y="4676702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60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3" name="attn_output_tokens_0_top_2">
              <a:extLst>
                <a:ext uri="{FF2B5EF4-FFF2-40B4-BE49-F238E27FC236}">
                  <a16:creationId xmlns:a16="http://schemas.microsoft.com/office/drawing/2014/main" id="{F919549B-CA73-A033-22FA-884CD9CC7A9E}"/>
                </a:ext>
              </a:extLst>
            </p:cNvPr>
            <p:cNvSpPr/>
            <p:nvPr/>
          </p:nvSpPr>
          <p:spPr>
            <a:xfrm>
              <a:off x="17340693" y="4796362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60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4" name="attn_output_tokens_0_side_2">
              <a:extLst>
                <a:ext uri="{FF2B5EF4-FFF2-40B4-BE49-F238E27FC236}">
                  <a16:creationId xmlns:a16="http://schemas.microsoft.com/office/drawing/2014/main" id="{61E515AA-0BD0-9A72-CA71-563A8609126E}"/>
                </a:ext>
              </a:extLst>
            </p:cNvPr>
            <p:cNvSpPr/>
            <p:nvPr/>
          </p:nvSpPr>
          <p:spPr>
            <a:xfrm>
              <a:off x="17639843" y="4796362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5" name="attn_output_tokens_0_top_1">
              <a:extLst>
                <a:ext uri="{FF2B5EF4-FFF2-40B4-BE49-F238E27FC236}">
                  <a16:creationId xmlns:a16="http://schemas.microsoft.com/office/drawing/2014/main" id="{B2292B44-5D83-EFC6-D6B0-A94EB1AA2ADA}"/>
                </a:ext>
              </a:extLst>
            </p:cNvPr>
            <p:cNvSpPr/>
            <p:nvPr/>
          </p:nvSpPr>
          <p:spPr>
            <a:xfrm>
              <a:off x="17221034" y="4916022"/>
              <a:ext cx="418810" cy="119660"/>
            </a:xfrm>
            <a:custGeom>
              <a:avLst/>
              <a:gdLst/>
              <a:ahLst/>
              <a:cxnLst/>
              <a:rect l="0" t="0" r="0" b="0"/>
              <a:pathLst>
                <a:path w="418810" h="119660">
                  <a:moveTo>
                    <a:pt x="0" y="119659"/>
                  </a:moveTo>
                  <a:lnTo>
                    <a:pt x="119659" y="0"/>
                  </a:lnTo>
                  <a:lnTo>
                    <a:pt x="418809" y="0"/>
                  </a:lnTo>
                  <a:lnTo>
                    <a:pt x="299149" y="119659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6" name="attn_output_tokens_0_side_1">
              <a:extLst>
                <a:ext uri="{FF2B5EF4-FFF2-40B4-BE49-F238E27FC236}">
                  <a16:creationId xmlns:a16="http://schemas.microsoft.com/office/drawing/2014/main" id="{9F4732C4-E91B-25A7-31CC-03F2FA665C16}"/>
                </a:ext>
              </a:extLst>
            </p:cNvPr>
            <p:cNvSpPr/>
            <p:nvPr/>
          </p:nvSpPr>
          <p:spPr>
            <a:xfrm>
              <a:off x="17520183" y="4916022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59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7" name="attn_output_tokens_0_top_0">
              <a:extLst>
                <a:ext uri="{FF2B5EF4-FFF2-40B4-BE49-F238E27FC236}">
                  <a16:creationId xmlns:a16="http://schemas.microsoft.com/office/drawing/2014/main" id="{D5BC5162-A7A3-0487-B3D0-41F0ADFF147A}"/>
                </a:ext>
              </a:extLst>
            </p:cNvPr>
            <p:cNvSpPr/>
            <p:nvPr/>
          </p:nvSpPr>
          <p:spPr>
            <a:xfrm>
              <a:off x="17101375" y="5035681"/>
              <a:ext cx="418809" cy="119662"/>
            </a:xfrm>
            <a:custGeom>
              <a:avLst/>
              <a:gdLst/>
              <a:ahLst/>
              <a:cxnLst/>
              <a:rect l="0" t="0" r="0" b="0"/>
              <a:pathLst>
                <a:path w="418809" h="119662">
                  <a:moveTo>
                    <a:pt x="0" y="119661"/>
                  </a:moveTo>
                  <a:lnTo>
                    <a:pt x="119659" y="0"/>
                  </a:lnTo>
                  <a:lnTo>
                    <a:pt x="418808" y="0"/>
                  </a:lnTo>
                  <a:lnTo>
                    <a:pt x="299149" y="119661"/>
                  </a:lnTo>
                  <a:close/>
                </a:path>
              </a:pathLst>
            </a:custGeom>
            <a:solidFill>
              <a:srgbClr val="66C4D8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8" name="attn_output_tokens_0_side_0">
              <a:extLst>
                <a:ext uri="{FF2B5EF4-FFF2-40B4-BE49-F238E27FC236}">
                  <a16:creationId xmlns:a16="http://schemas.microsoft.com/office/drawing/2014/main" id="{A8AF5A0A-8890-F2F6-4A82-87BCCE3DDE8B}"/>
                </a:ext>
              </a:extLst>
            </p:cNvPr>
            <p:cNvSpPr/>
            <p:nvPr/>
          </p:nvSpPr>
          <p:spPr>
            <a:xfrm>
              <a:off x="17400524" y="5035681"/>
              <a:ext cx="119660" cy="448726"/>
            </a:xfrm>
            <a:custGeom>
              <a:avLst/>
              <a:gdLst/>
              <a:ahLst/>
              <a:cxnLst/>
              <a:rect l="0" t="0" r="0" b="0"/>
              <a:pathLst>
                <a:path w="119660" h="448726">
                  <a:moveTo>
                    <a:pt x="0" y="119661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3492A6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9" name="attn_output_tokens_0_front">
              <a:extLst>
                <a:ext uri="{FF2B5EF4-FFF2-40B4-BE49-F238E27FC236}">
                  <a16:creationId xmlns:a16="http://schemas.microsoft.com/office/drawing/2014/main" id="{B2C96BDF-698F-C6F4-DF8F-81BBA45AAF5F}"/>
                </a:ext>
              </a:extLst>
            </p:cNvPr>
            <p:cNvSpPr/>
            <p:nvPr/>
          </p:nvSpPr>
          <p:spPr>
            <a:xfrm>
              <a:off x="17101375" y="5155342"/>
              <a:ext cx="299149" cy="329064"/>
            </a:xfrm>
            <a:prstGeom prst="rect">
              <a:avLst/>
            </a:prstGeom>
            <a:solidFill>
              <a:srgbClr val="41B5CF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9" name="attn_input_tokens_1">
            <a:extLst>
              <a:ext uri="{FF2B5EF4-FFF2-40B4-BE49-F238E27FC236}">
                <a16:creationId xmlns:a16="http://schemas.microsoft.com/office/drawing/2014/main" id="{64B2EE15-F298-8935-67F9-140A132F6233}"/>
              </a:ext>
            </a:extLst>
          </p:cNvPr>
          <p:cNvGrpSpPr/>
          <p:nvPr/>
        </p:nvGrpSpPr>
        <p:grpSpPr>
          <a:xfrm>
            <a:off x="11088471" y="5633981"/>
            <a:ext cx="777789" cy="807704"/>
            <a:chOff x="11088471" y="5633981"/>
            <a:chExt cx="777789" cy="807704"/>
          </a:xfrm>
        </p:grpSpPr>
        <p:sp>
          <p:nvSpPr>
            <p:cNvPr id="480" name="attn_input_tokens_1_top_3">
              <a:extLst>
                <a:ext uri="{FF2B5EF4-FFF2-40B4-BE49-F238E27FC236}">
                  <a16:creationId xmlns:a16="http://schemas.microsoft.com/office/drawing/2014/main" id="{53E0FBC1-9226-211B-5846-3EB4A4087160}"/>
                </a:ext>
              </a:extLst>
            </p:cNvPr>
            <p:cNvSpPr/>
            <p:nvPr/>
          </p:nvSpPr>
          <p:spPr>
            <a:xfrm>
              <a:off x="11447450" y="5633981"/>
              <a:ext cx="418810" cy="119660"/>
            </a:xfrm>
            <a:custGeom>
              <a:avLst/>
              <a:gdLst/>
              <a:ahLst/>
              <a:cxnLst/>
              <a:rect l="0" t="0" r="0" b="0"/>
              <a:pathLst>
                <a:path w="418810" h="119660">
                  <a:moveTo>
                    <a:pt x="0" y="119659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59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1" name="attn_input_tokens_1_side_3">
              <a:extLst>
                <a:ext uri="{FF2B5EF4-FFF2-40B4-BE49-F238E27FC236}">
                  <a16:creationId xmlns:a16="http://schemas.microsoft.com/office/drawing/2014/main" id="{D46F7C9C-1CAE-F9BF-3F5F-0F67811F9032}"/>
                </a:ext>
              </a:extLst>
            </p:cNvPr>
            <p:cNvSpPr/>
            <p:nvPr/>
          </p:nvSpPr>
          <p:spPr>
            <a:xfrm>
              <a:off x="11746600" y="5633981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2" name="attn_input_tokens_1_top_2">
              <a:extLst>
                <a:ext uri="{FF2B5EF4-FFF2-40B4-BE49-F238E27FC236}">
                  <a16:creationId xmlns:a16="http://schemas.microsoft.com/office/drawing/2014/main" id="{C42ACADA-C9F2-27E5-A106-05E039776F5E}"/>
                </a:ext>
              </a:extLst>
            </p:cNvPr>
            <p:cNvSpPr/>
            <p:nvPr/>
          </p:nvSpPr>
          <p:spPr>
            <a:xfrm>
              <a:off x="11327791" y="5753640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59" y="0"/>
                  </a:lnTo>
                  <a:lnTo>
                    <a:pt x="418809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3" name="attn_input_tokens_1_side_2">
              <a:extLst>
                <a:ext uri="{FF2B5EF4-FFF2-40B4-BE49-F238E27FC236}">
                  <a16:creationId xmlns:a16="http://schemas.microsoft.com/office/drawing/2014/main" id="{326640BB-CBB5-C89A-89D5-4C2093F7227C}"/>
                </a:ext>
              </a:extLst>
            </p:cNvPr>
            <p:cNvSpPr/>
            <p:nvPr/>
          </p:nvSpPr>
          <p:spPr>
            <a:xfrm>
              <a:off x="11626940" y="5753640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4" name="attn_input_tokens_1_top_1">
              <a:extLst>
                <a:ext uri="{FF2B5EF4-FFF2-40B4-BE49-F238E27FC236}">
                  <a16:creationId xmlns:a16="http://schemas.microsoft.com/office/drawing/2014/main" id="{E5CDF3D8-0906-4E5D-B738-D14501F779B3}"/>
                </a:ext>
              </a:extLst>
            </p:cNvPr>
            <p:cNvSpPr/>
            <p:nvPr/>
          </p:nvSpPr>
          <p:spPr>
            <a:xfrm>
              <a:off x="11208131" y="5873300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5" name="attn_input_tokens_1_side_1">
              <a:extLst>
                <a:ext uri="{FF2B5EF4-FFF2-40B4-BE49-F238E27FC236}">
                  <a16:creationId xmlns:a16="http://schemas.microsoft.com/office/drawing/2014/main" id="{A5C88AF4-629B-723E-F67D-36FD1C5EE400}"/>
                </a:ext>
              </a:extLst>
            </p:cNvPr>
            <p:cNvSpPr/>
            <p:nvPr/>
          </p:nvSpPr>
          <p:spPr>
            <a:xfrm>
              <a:off x="11507281" y="5873300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6" name="attn_input_tokens_1_top_0">
              <a:extLst>
                <a:ext uri="{FF2B5EF4-FFF2-40B4-BE49-F238E27FC236}">
                  <a16:creationId xmlns:a16="http://schemas.microsoft.com/office/drawing/2014/main" id="{06EC650E-9E7A-20DC-AF62-0B20447F3088}"/>
                </a:ext>
              </a:extLst>
            </p:cNvPr>
            <p:cNvSpPr/>
            <p:nvPr/>
          </p:nvSpPr>
          <p:spPr>
            <a:xfrm>
              <a:off x="11088471" y="5992960"/>
              <a:ext cx="418811" cy="119661"/>
            </a:xfrm>
            <a:custGeom>
              <a:avLst/>
              <a:gdLst/>
              <a:ahLst/>
              <a:cxnLst/>
              <a:rect l="0" t="0" r="0" b="0"/>
              <a:pathLst>
                <a:path w="418811" h="119661">
                  <a:moveTo>
                    <a:pt x="0" y="119660"/>
                  </a:moveTo>
                  <a:lnTo>
                    <a:pt x="119660" y="0"/>
                  </a:lnTo>
                  <a:lnTo>
                    <a:pt x="418810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7" name="attn_input_tokens_1_side_0">
              <a:extLst>
                <a:ext uri="{FF2B5EF4-FFF2-40B4-BE49-F238E27FC236}">
                  <a16:creationId xmlns:a16="http://schemas.microsoft.com/office/drawing/2014/main" id="{3DDB242C-8523-A0F3-CB38-6D0F9225B4EA}"/>
                </a:ext>
              </a:extLst>
            </p:cNvPr>
            <p:cNvSpPr/>
            <p:nvPr/>
          </p:nvSpPr>
          <p:spPr>
            <a:xfrm>
              <a:off x="11387620" y="5992960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60"/>
                  </a:moveTo>
                  <a:lnTo>
                    <a:pt x="119661" y="0"/>
                  </a:lnTo>
                  <a:lnTo>
                    <a:pt x="119661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8" name="attn_input_tokens_1_front">
              <a:extLst>
                <a:ext uri="{FF2B5EF4-FFF2-40B4-BE49-F238E27FC236}">
                  <a16:creationId xmlns:a16="http://schemas.microsoft.com/office/drawing/2014/main" id="{28CA522E-F00C-25B0-DB36-9B6F1005EA74}"/>
                </a:ext>
              </a:extLst>
            </p:cNvPr>
            <p:cNvSpPr/>
            <p:nvPr/>
          </p:nvSpPr>
          <p:spPr>
            <a:xfrm>
              <a:off x="11088471" y="6112620"/>
              <a:ext cx="299149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60" name="attn_output_tokens_1">
            <a:extLst>
              <a:ext uri="{FF2B5EF4-FFF2-40B4-BE49-F238E27FC236}">
                <a16:creationId xmlns:a16="http://schemas.microsoft.com/office/drawing/2014/main" id="{4D5D178F-F3E1-5C8A-B688-706335B1B490}"/>
              </a:ext>
            </a:extLst>
          </p:cNvPr>
          <p:cNvGrpSpPr/>
          <p:nvPr/>
        </p:nvGrpSpPr>
        <p:grpSpPr>
          <a:xfrm>
            <a:off x="17101375" y="5633981"/>
            <a:ext cx="777789" cy="807704"/>
            <a:chOff x="17101375" y="5633981"/>
            <a:chExt cx="777789" cy="807704"/>
          </a:xfrm>
        </p:grpSpPr>
        <p:sp>
          <p:nvSpPr>
            <p:cNvPr id="489" name="attn_output_tokens_1_top_3">
              <a:extLst>
                <a:ext uri="{FF2B5EF4-FFF2-40B4-BE49-F238E27FC236}">
                  <a16:creationId xmlns:a16="http://schemas.microsoft.com/office/drawing/2014/main" id="{E8658A98-24D0-05BB-B1F7-E9EA4C325503}"/>
                </a:ext>
              </a:extLst>
            </p:cNvPr>
            <p:cNvSpPr/>
            <p:nvPr/>
          </p:nvSpPr>
          <p:spPr>
            <a:xfrm>
              <a:off x="17460353" y="5633981"/>
              <a:ext cx="418811" cy="119660"/>
            </a:xfrm>
            <a:custGeom>
              <a:avLst/>
              <a:gdLst/>
              <a:ahLst/>
              <a:cxnLst/>
              <a:rect l="0" t="0" r="0" b="0"/>
              <a:pathLst>
                <a:path w="418811" h="119660">
                  <a:moveTo>
                    <a:pt x="0" y="119659"/>
                  </a:moveTo>
                  <a:lnTo>
                    <a:pt x="119661" y="0"/>
                  </a:lnTo>
                  <a:lnTo>
                    <a:pt x="418810" y="0"/>
                  </a:lnTo>
                  <a:lnTo>
                    <a:pt x="299149" y="119659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0" name="attn_output_tokens_1_side_3">
              <a:extLst>
                <a:ext uri="{FF2B5EF4-FFF2-40B4-BE49-F238E27FC236}">
                  <a16:creationId xmlns:a16="http://schemas.microsoft.com/office/drawing/2014/main" id="{BD2D935C-18E5-9A27-99C7-E90DE162C3BF}"/>
                </a:ext>
              </a:extLst>
            </p:cNvPr>
            <p:cNvSpPr/>
            <p:nvPr/>
          </p:nvSpPr>
          <p:spPr>
            <a:xfrm>
              <a:off x="17759502" y="5633981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59"/>
                  </a:moveTo>
                  <a:lnTo>
                    <a:pt x="119661" y="0"/>
                  </a:lnTo>
                  <a:lnTo>
                    <a:pt x="119661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1" name="attn_output_tokens_1_top_2">
              <a:extLst>
                <a:ext uri="{FF2B5EF4-FFF2-40B4-BE49-F238E27FC236}">
                  <a16:creationId xmlns:a16="http://schemas.microsoft.com/office/drawing/2014/main" id="{34865F6C-AC02-A1C4-C650-D4C1E86C10FE}"/>
                </a:ext>
              </a:extLst>
            </p:cNvPr>
            <p:cNvSpPr/>
            <p:nvPr/>
          </p:nvSpPr>
          <p:spPr>
            <a:xfrm>
              <a:off x="17340693" y="5753640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2" name="attn_output_tokens_1_side_2">
              <a:extLst>
                <a:ext uri="{FF2B5EF4-FFF2-40B4-BE49-F238E27FC236}">
                  <a16:creationId xmlns:a16="http://schemas.microsoft.com/office/drawing/2014/main" id="{5E31BC0A-22B9-90FA-F059-AE7014799EF4}"/>
                </a:ext>
              </a:extLst>
            </p:cNvPr>
            <p:cNvSpPr/>
            <p:nvPr/>
          </p:nvSpPr>
          <p:spPr>
            <a:xfrm>
              <a:off x="17639843" y="5753640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3" name="attn_output_tokens_1_top_1">
              <a:extLst>
                <a:ext uri="{FF2B5EF4-FFF2-40B4-BE49-F238E27FC236}">
                  <a16:creationId xmlns:a16="http://schemas.microsoft.com/office/drawing/2014/main" id="{DA5722E7-5C37-E67C-9497-E14504704087}"/>
                </a:ext>
              </a:extLst>
            </p:cNvPr>
            <p:cNvSpPr/>
            <p:nvPr/>
          </p:nvSpPr>
          <p:spPr>
            <a:xfrm>
              <a:off x="17221034" y="5873300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59" y="0"/>
                  </a:lnTo>
                  <a:lnTo>
                    <a:pt x="418809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4" name="attn_output_tokens_1_side_1">
              <a:extLst>
                <a:ext uri="{FF2B5EF4-FFF2-40B4-BE49-F238E27FC236}">
                  <a16:creationId xmlns:a16="http://schemas.microsoft.com/office/drawing/2014/main" id="{5740BA6C-2B28-9C38-5AD7-ADD21EE64532}"/>
                </a:ext>
              </a:extLst>
            </p:cNvPr>
            <p:cNvSpPr/>
            <p:nvPr/>
          </p:nvSpPr>
          <p:spPr>
            <a:xfrm>
              <a:off x="17520183" y="5873300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5" name="attn_output_tokens_1_top_0">
              <a:extLst>
                <a:ext uri="{FF2B5EF4-FFF2-40B4-BE49-F238E27FC236}">
                  <a16:creationId xmlns:a16="http://schemas.microsoft.com/office/drawing/2014/main" id="{CED28192-8EC2-F22E-9808-8C0AE09C75F9}"/>
                </a:ext>
              </a:extLst>
            </p:cNvPr>
            <p:cNvSpPr/>
            <p:nvPr/>
          </p:nvSpPr>
          <p:spPr>
            <a:xfrm>
              <a:off x="17101375" y="5992960"/>
              <a:ext cx="418809" cy="119661"/>
            </a:xfrm>
            <a:custGeom>
              <a:avLst/>
              <a:gdLst/>
              <a:ahLst/>
              <a:cxnLst/>
              <a:rect l="0" t="0" r="0" b="0"/>
              <a:pathLst>
                <a:path w="418809" h="119661">
                  <a:moveTo>
                    <a:pt x="0" y="119660"/>
                  </a:moveTo>
                  <a:lnTo>
                    <a:pt x="119659" y="0"/>
                  </a:lnTo>
                  <a:lnTo>
                    <a:pt x="418808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32A3A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6" name="attn_output_tokens_1_side_0">
              <a:extLst>
                <a:ext uri="{FF2B5EF4-FFF2-40B4-BE49-F238E27FC236}">
                  <a16:creationId xmlns:a16="http://schemas.microsoft.com/office/drawing/2014/main" id="{AC93D33B-E143-05D2-32D9-286053C323AD}"/>
                </a:ext>
              </a:extLst>
            </p:cNvPr>
            <p:cNvSpPr/>
            <p:nvPr/>
          </p:nvSpPr>
          <p:spPr>
            <a:xfrm>
              <a:off x="17400524" y="5992960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00717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7" name="attn_output_tokens_1_front">
              <a:extLst>
                <a:ext uri="{FF2B5EF4-FFF2-40B4-BE49-F238E27FC236}">
                  <a16:creationId xmlns:a16="http://schemas.microsoft.com/office/drawing/2014/main" id="{1697A1F5-CF93-F9A5-17AE-4F80F73C9464}"/>
                </a:ext>
              </a:extLst>
            </p:cNvPr>
            <p:cNvSpPr/>
            <p:nvPr/>
          </p:nvSpPr>
          <p:spPr>
            <a:xfrm>
              <a:off x="17101375" y="6112620"/>
              <a:ext cx="299149" cy="329064"/>
            </a:xfrm>
            <a:prstGeom prst="rect">
              <a:avLst/>
            </a:prstGeom>
            <a:solidFill>
              <a:srgbClr val="008D8B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61" name="attn_input_tokens_2">
            <a:extLst>
              <a:ext uri="{FF2B5EF4-FFF2-40B4-BE49-F238E27FC236}">
                <a16:creationId xmlns:a16="http://schemas.microsoft.com/office/drawing/2014/main" id="{A55C2D60-D1BC-AC5A-1E77-8ED2925CCEC1}"/>
              </a:ext>
            </a:extLst>
          </p:cNvPr>
          <p:cNvGrpSpPr/>
          <p:nvPr/>
        </p:nvGrpSpPr>
        <p:grpSpPr>
          <a:xfrm>
            <a:off x="11088471" y="6591258"/>
            <a:ext cx="777789" cy="807705"/>
            <a:chOff x="11088471" y="6591258"/>
            <a:chExt cx="777789" cy="807705"/>
          </a:xfrm>
        </p:grpSpPr>
        <p:sp>
          <p:nvSpPr>
            <p:cNvPr id="498" name="attn_input_tokens_2_top_3">
              <a:extLst>
                <a:ext uri="{FF2B5EF4-FFF2-40B4-BE49-F238E27FC236}">
                  <a16:creationId xmlns:a16="http://schemas.microsoft.com/office/drawing/2014/main" id="{17EF0C4F-130C-7B13-2286-CF7C24386A3A}"/>
                </a:ext>
              </a:extLst>
            </p:cNvPr>
            <p:cNvSpPr/>
            <p:nvPr/>
          </p:nvSpPr>
          <p:spPr>
            <a:xfrm>
              <a:off x="11447450" y="6591258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9" name="attn_input_tokens_2_side_3">
              <a:extLst>
                <a:ext uri="{FF2B5EF4-FFF2-40B4-BE49-F238E27FC236}">
                  <a16:creationId xmlns:a16="http://schemas.microsoft.com/office/drawing/2014/main" id="{8C790DD3-6CDE-DE90-75E6-D208DF74506E}"/>
                </a:ext>
              </a:extLst>
            </p:cNvPr>
            <p:cNvSpPr/>
            <p:nvPr/>
          </p:nvSpPr>
          <p:spPr>
            <a:xfrm>
              <a:off x="11746600" y="6591258"/>
              <a:ext cx="119660" cy="448726"/>
            </a:xfrm>
            <a:custGeom>
              <a:avLst/>
              <a:gdLst/>
              <a:ahLst/>
              <a:cxnLst/>
              <a:rect l="0" t="0" r="0" b="0"/>
              <a:pathLst>
                <a:path w="119660" h="448726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0" name="attn_input_tokens_2_top_2">
              <a:extLst>
                <a:ext uri="{FF2B5EF4-FFF2-40B4-BE49-F238E27FC236}">
                  <a16:creationId xmlns:a16="http://schemas.microsoft.com/office/drawing/2014/main" id="{E220DF4C-3A1A-A31E-6556-C17A0AA7E7F6}"/>
                </a:ext>
              </a:extLst>
            </p:cNvPr>
            <p:cNvSpPr/>
            <p:nvPr/>
          </p:nvSpPr>
          <p:spPr>
            <a:xfrm>
              <a:off x="11327791" y="6710918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59" y="0"/>
                  </a:lnTo>
                  <a:lnTo>
                    <a:pt x="418809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1" name="attn_input_tokens_2_side_2">
              <a:extLst>
                <a:ext uri="{FF2B5EF4-FFF2-40B4-BE49-F238E27FC236}">
                  <a16:creationId xmlns:a16="http://schemas.microsoft.com/office/drawing/2014/main" id="{3E9280BB-F3B0-91C2-7FB1-E31FE7E939D7}"/>
                </a:ext>
              </a:extLst>
            </p:cNvPr>
            <p:cNvSpPr/>
            <p:nvPr/>
          </p:nvSpPr>
          <p:spPr>
            <a:xfrm>
              <a:off x="11626940" y="671091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2" name="attn_input_tokens_2_top_1">
              <a:extLst>
                <a:ext uri="{FF2B5EF4-FFF2-40B4-BE49-F238E27FC236}">
                  <a16:creationId xmlns:a16="http://schemas.microsoft.com/office/drawing/2014/main" id="{D55847C1-2B84-E29D-66BC-D5E2AE627F65}"/>
                </a:ext>
              </a:extLst>
            </p:cNvPr>
            <p:cNvSpPr/>
            <p:nvPr/>
          </p:nvSpPr>
          <p:spPr>
            <a:xfrm>
              <a:off x="11208131" y="6830578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3" name="attn_input_tokens_2_side_1">
              <a:extLst>
                <a:ext uri="{FF2B5EF4-FFF2-40B4-BE49-F238E27FC236}">
                  <a16:creationId xmlns:a16="http://schemas.microsoft.com/office/drawing/2014/main" id="{111589E2-1D6A-6BD5-2E9D-F0FF7178E98B}"/>
                </a:ext>
              </a:extLst>
            </p:cNvPr>
            <p:cNvSpPr/>
            <p:nvPr/>
          </p:nvSpPr>
          <p:spPr>
            <a:xfrm>
              <a:off x="11507281" y="6830578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4" name="attn_input_tokens_2_top_0">
              <a:extLst>
                <a:ext uri="{FF2B5EF4-FFF2-40B4-BE49-F238E27FC236}">
                  <a16:creationId xmlns:a16="http://schemas.microsoft.com/office/drawing/2014/main" id="{9D853BA1-94C0-818E-103C-CBD82948C1CD}"/>
                </a:ext>
              </a:extLst>
            </p:cNvPr>
            <p:cNvSpPr/>
            <p:nvPr/>
          </p:nvSpPr>
          <p:spPr>
            <a:xfrm>
              <a:off x="11088471" y="6950238"/>
              <a:ext cx="418811" cy="119660"/>
            </a:xfrm>
            <a:custGeom>
              <a:avLst/>
              <a:gdLst/>
              <a:ahLst/>
              <a:cxnLst/>
              <a:rect l="0" t="0" r="0" b="0"/>
              <a:pathLst>
                <a:path w="418811" h="119660">
                  <a:moveTo>
                    <a:pt x="0" y="119659"/>
                  </a:moveTo>
                  <a:lnTo>
                    <a:pt x="119660" y="0"/>
                  </a:lnTo>
                  <a:lnTo>
                    <a:pt x="418810" y="0"/>
                  </a:lnTo>
                  <a:lnTo>
                    <a:pt x="299149" y="119659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5" name="attn_input_tokens_2_side_0">
              <a:extLst>
                <a:ext uri="{FF2B5EF4-FFF2-40B4-BE49-F238E27FC236}">
                  <a16:creationId xmlns:a16="http://schemas.microsoft.com/office/drawing/2014/main" id="{322451EE-9F4A-43A6-27B0-0E7FEC64F443}"/>
                </a:ext>
              </a:extLst>
            </p:cNvPr>
            <p:cNvSpPr/>
            <p:nvPr/>
          </p:nvSpPr>
          <p:spPr>
            <a:xfrm>
              <a:off x="11387620" y="6950238"/>
              <a:ext cx="119662" cy="448725"/>
            </a:xfrm>
            <a:custGeom>
              <a:avLst/>
              <a:gdLst/>
              <a:ahLst/>
              <a:cxnLst/>
              <a:rect l="0" t="0" r="0" b="0"/>
              <a:pathLst>
                <a:path w="119662" h="448725">
                  <a:moveTo>
                    <a:pt x="0" y="119659"/>
                  </a:moveTo>
                  <a:lnTo>
                    <a:pt x="119661" y="0"/>
                  </a:lnTo>
                  <a:lnTo>
                    <a:pt x="119661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6" name="attn_input_tokens_2_front">
              <a:extLst>
                <a:ext uri="{FF2B5EF4-FFF2-40B4-BE49-F238E27FC236}">
                  <a16:creationId xmlns:a16="http://schemas.microsoft.com/office/drawing/2014/main" id="{B29CB74C-D7AE-0BE5-95EA-9B3AC5B0E4DB}"/>
                </a:ext>
              </a:extLst>
            </p:cNvPr>
            <p:cNvSpPr/>
            <p:nvPr/>
          </p:nvSpPr>
          <p:spPr>
            <a:xfrm>
              <a:off x="11088471" y="7069897"/>
              <a:ext cx="299149" cy="329065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62" name="attn_output_tokens_2">
            <a:extLst>
              <a:ext uri="{FF2B5EF4-FFF2-40B4-BE49-F238E27FC236}">
                <a16:creationId xmlns:a16="http://schemas.microsoft.com/office/drawing/2014/main" id="{74272289-713D-C710-2F48-FD1F07826D54}"/>
              </a:ext>
            </a:extLst>
          </p:cNvPr>
          <p:cNvGrpSpPr/>
          <p:nvPr/>
        </p:nvGrpSpPr>
        <p:grpSpPr>
          <a:xfrm>
            <a:off x="17101375" y="6591258"/>
            <a:ext cx="777789" cy="807705"/>
            <a:chOff x="17101375" y="6591258"/>
            <a:chExt cx="777789" cy="807705"/>
          </a:xfrm>
        </p:grpSpPr>
        <p:sp>
          <p:nvSpPr>
            <p:cNvPr id="507" name="attn_output_tokens_2_top_3">
              <a:extLst>
                <a:ext uri="{FF2B5EF4-FFF2-40B4-BE49-F238E27FC236}">
                  <a16:creationId xmlns:a16="http://schemas.microsoft.com/office/drawing/2014/main" id="{968767F9-0E78-3A53-82C4-2998E1C7A7F6}"/>
                </a:ext>
              </a:extLst>
            </p:cNvPr>
            <p:cNvSpPr/>
            <p:nvPr/>
          </p:nvSpPr>
          <p:spPr>
            <a:xfrm>
              <a:off x="17460353" y="6591258"/>
              <a:ext cx="418811" cy="119661"/>
            </a:xfrm>
            <a:custGeom>
              <a:avLst/>
              <a:gdLst/>
              <a:ahLst/>
              <a:cxnLst/>
              <a:rect l="0" t="0" r="0" b="0"/>
              <a:pathLst>
                <a:path w="418811" h="119661">
                  <a:moveTo>
                    <a:pt x="0" y="119660"/>
                  </a:moveTo>
                  <a:lnTo>
                    <a:pt x="119661" y="0"/>
                  </a:lnTo>
                  <a:lnTo>
                    <a:pt x="418810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8" name="attn_output_tokens_2_side_3">
              <a:extLst>
                <a:ext uri="{FF2B5EF4-FFF2-40B4-BE49-F238E27FC236}">
                  <a16:creationId xmlns:a16="http://schemas.microsoft.com/office/drawing/2014/main" id="{0897B6B8-9DC5-E14B-4C72-AD09BA46016B}"/>
                </a:ext>
              </a:extLst>
            </p:cNvPr>
            <p:cNvSpPr/>
            <p:nvPr/>
          </p:nvSpPr>
          <p:spPr>
            <a:xfrm>
              <a:off x="17759502" y="6591258"/>
              <a:ext cx="119662" cy="448726"/>
            </a:xfrm>
            <a:custGeom>
              <a:avLst/>
              <a:gdLst/>
              <a:ahLst/>
              <a:cxnLst/>
              <a:rect l="0" t="0" r="0" b="0"/>
              <a:pathLst>
                <a:path w="119662" h="448726">
                  <a:moveTo>
                    <a:pt x="0" y="119660"/>
                  </a:moveTo>
                  <a:lnTo>
                    <a:pt x="119661" y="0"/>
                  </a:lnTo>
                  <a:lnTo>
                    <a:pt x="119661" y="329065"/>
                  </a:lnTo>
                  <a:lnTo>
                    <a:pt x="0" y="448725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9" name="attn_output_tokens_2_top_2">
              <a:extLst>
                <a:ext uri="{FF2B5EF4-FFF2-40B4-BE49-F238E27FC236}">
                  <a16:creationId xmlns:a16="http://schemas.microsoft.com/office/drawing/2014/main" id="{9E4F5523-16E8-702B-1B30-62E4B3199818}"/>
                </a:ext>
              </a:extLst>
            </p:cNvPr>
            <p:cNvSpPr/>
            <p:nvPr/>
          </p:nvSpPr>
          <p:spPr>
            <a:xfrm>
              <a:off x="17340693" y="6710918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60" y="0"/>
                  </a:lnTo>
                  <a:lnTo>
                    <a:pt x="418809" y="0"/>
                  </a:lnTo>
                  <a:lnTo>
                    <a:pt x="299150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attn_output_tokens_2_side_2">
              <a:extLst>
                <a:ext uri="{FF2B5EF4-FFF2-40B4-BE49-F238E27FC236}">
                  <a16:creationId xmlns:a16="http://schemas.microsoft.com/office/drawing/2014/main" id="{51130D92-F3E8-4C12-C3F2-CEE8C5378EA7}"/>
                </a:ext>
              </a:extLst>
            </p:cNvPr>
            <p:cNvSpPr/>
            <p:nvPr/>
          </p:nvSpPr>
          <p:spPr>
            <a:xfrm>
              <a:off x="17639843" y="6710918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60"/>
                  </a:moveTo>
                  <a:lnTo>
                    <a:pt x="119659" y="0"/>
                  </a:lnTo>
                  <a:lnTo>
                    <a:pt x="119659" y="329065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1" name="attn_output_tokens_2_top_1">
              <a:extLst>
                <a:ext uri="{FF2B5EF4-FFF2-40B4-BE49-F238E27FC236}">
                  <a16:creationId xmlns:a16="http://schemas.microsoft.com/office/drawing/2014/main" id="{9A8811CB-086A-17AC-17A9-7CB1F07C89A5}"/>
                </a:ext>
              </a:extLst>
            </p:cNvPr>
            <p:cNvSpPr/>
            <p:nvPr/>
          </p:nvSpPr>
          <p:spPr>
            <a:xfrm>
              <a:off x="17221034" y="6830578"/>
              <a:ext cx="418810" cy="119661"/>
            </a:xfrm>
            <a:custGeom>
              <a:avLst/>
              <a:gdLst/>
              <a:ahLst/>
              <a:cxnLst/>
              <a:rect l="0" t="0" r="0" b="0"/>
              <a:pathLst>
                <a:path w="418810" h="119661">
                  <a:moveTo>
                    <a:pt x="0" y="119660"/>
                  </a:moveTo>
                  <a:lnTo>
                    <a:pt x="119659" y="0"/>
                  </a:lnTo>
                  <a:lnTo>
                    <a:pt x="418809" y="0"/>
                  </a:lnTo>
                  <a:lnTo>
                    <a:pt x="299149" y="119660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2" name="attn_output_tokens_2_side_1">
              <a:extLst>
                <a:ext uri="{FF2B5EF4-FFF2-40B4-BE49-F238E27FC236}">
                  <a16:creationId xmlns:a16="http://schemas.microsoft.com/office/drawing/2014/main" id="{80A0EDF9-2D6C-8E93-5DE7-D00454920340}"/>
                </a:ext>
              </a:extLst>
            </p:cNvPr>
            <p:cNvSpPr/>
            <p:nvPr/>
          </p:nvSpPr>
          <p:spPr>
            <a:xfrm>
              <a:off x="17520183" y="6830578"/>
              <a:ext cx="119661" cy="448725"/>
            </a:xfrm>
            <a:custGeom>
              <a:avLst/>
              <a:gdLst/>
              <a:ahLst/>
              <a:cxnLst/>
              <a:rect l="0" t="0" r="0" b="0"/>
              <a:pathLst>
                <a:path w="119661" h="448725">
                  <a:moveTo>
                    <a:pt x="0" y="119660"/>
                  </a:moveTo>
                  <a:lnTo>
                    <a:pt x="119660" y="0"/>
                  </a:lnTo>
                  <a:lnTo>
                    <a:pt x="119660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3" name="attn_output_tokens_2_top_0">
              <a:extLst>
                <a:ext uri="{FF2B5EF4-FFF2-40B4-BE49-F238E27FC236}">
                  <a16:creationId xmlns:a16="http://schemas.microsoft.com/office/drawing/2014/main" id="{C330DC41-15D5-7D6A-8733-882AE67B1AF0}"/>
                </a:ext>
              </a:extLst>
            </p:cNvPr>
            <p:cNvSpPr/>
            <p:nvPr/>
          </p:nvSpPr>
          <p:spPr>
            <a:xfrm>
              <a:off x="17101375" y="6950238"/>
              <a:ext cx="418809" cy="119660"/>
            </a:xfrm>
            <a:custGeom>
              <a:avLst/>
              <a:gdLst/>
              <a:ahLst/>
              <a:cxnLst/>
              <a:rect l="0" t="0" r="0" b="0"/>
              <a:pathLst>
                <a:path w="418809" h="119660">
                  <a:moveTo>
                    <a:pt x="0" y="119659"/>
                  </a:moveTo>
                  <a:lnTo>
                    <a:pt x="119659" y="0"/>
                  </a:lnTo>
                  <a:lnTo>
                    <a:pt x="418808" y="0"/>
                  </a:lnTo>
                  <a:lnTo>
                    <a:pt x="299149" y="119659"/>
                  </a:lnTo>
                  <a:close/>
                </a:path>
              </a:pathLst>
            </a:custGeom>
            <a:solidFill>
              <a:srgbClr val="FFCC32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4" name="attn_output_tokens_2_side_0">
              <a:extLst>
                <a:ext uri="{FF2B5EF4-FFF2-40B4-BE49-F238E27FC236}">
                  <a16:creationId xmlns:a16="http://schemas.microsoft.com/office/drawing/2014/main" id="{CF336A62-F2E0-277C-7F5E-49B2C0411236}"/>
                </a:ext>
              </a:extLst>
            </p:cNvPr>
            <p:cNvSpPr/>
            <p:nvPr/>
          </p:nvSpPr>
          <p:spPr>
            <a:xfrm>
              <a:off x="17400524" y="6950238"/>
              <a:ext cx="119660" cy="448725"/>
            </a:xfrm>
            <a:custGeom>
              <a:avLst/>
              <a:gdLst/>
              <a:ahLst/>
              <a:cxnLst/>
              <a:rect l="0" t="0" r="0" b="0"/>
              <a:pathLst>
                <a:path w="119660" h="448725">
                  <a:moveTo>
                    <a:pt x="0" y="119659"/>
                  </a:moveTo>
                  <a:lnTo>
                    <a:pt x="119659" y="0"/>
                  </a:lnTo>
                  <a:lnTo>
                    <a:pt x="119659" y="329064"/>
                  </a:lnTo>
                  <a:lnTo>
                    <a:pt x="0" y="448724"/>
                  </a:lnTo>
                  <a:close/>
                </a:path>
              </a:pathLst>
            </a:custGeom>
            <a:solidFill>
              <a:srgbClr val="CD9A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5" name="attn_output_tokens_2_front">
              <a:extLst>
                <a:ext uri="{FF2B5EF4-FFF2-40B4-BE49-F238E27FC236}">
                  <a16:creationId xmlns:a16="http://schemas.microsoft.com/office/drawing/2014/main" id="{3183BD18-1959-690D-7B52-4D8794B5A241}"/>
                </a:ext>
              </a:extLst>
            </p:cNvPr>
            <p:cNvSpPr/>
            <p:nvPr/>
          </p:nvSpPr>
          <p:spPr>
            <a:xfrm>
              <a:off x="17101375" y="7069897"/>
              <a:ext cx="299149" cy="329065"/>
            </a:xfrm>
            <a:prstGeom prst="rect">
              <a:avLst/>
            </a:prstGeom>
            <a:solidFill>
              <a:srgbClr val="FFC000"/>
            </a:solidFill>
            <a:ln w="20940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5" name="main_add1">
            <a:extLst>
              <a:ext uri="{FF2B5EF4-FFF2-40B4-BE49-F238E27FC236}">
                <a16:creationId xmlns:a16="http://schemas.microsoft.com/office/drawing/2014/main" id="{2C0F5AB9-ACBC-0388-E397-36987A0F9C78}"/>
              </a:ext>
            </a:extLst>
          </p:cNvPr>
          <p:cNvSpPr/>
          <p:nvPr/>
        </p:nvSpPr>
        <p:spPr>
          <a:xfrm>
            <a:off x="8296410" y="4826277"/>
            <a:ext cx="179490" cy="179490"/>
          </a:xfrm>
          <a:prstGeom prst="ellipse">
            <a:avLst/>
          </a:prstGeom>
          <a:solidFill>
            <a:srgbClr val="FFFFFF"/>
          </a:solidFill>
          <a:ln w="25926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main_add2">
            <a:extLst>
              <a:ext uri="{FF2B5EF4-FFF2-40B4-BE49-F238E27FC236}">
                <a16:creationId xmlns:a16="http://schemas.microsoft.com/office/drawing/2014/main" id="{613597B2-D7B8-5AAD-1E61-8F5D2AA248E6}"/>
              </a:ext>
            </a:extLst>
          </p:cNvPr>
          <p:cNvSpPr/>
          <p:nvPr/>
        </p:nvSpPr>
        <p:spPr>
          <a:xfrm>
            <a:off x="8296410" y="2702316"/>
            <a:ext cx="179490" cy="179490"/>
          </a:xfrm>
          <a:prstGeom prst="ellipse">
            <a:avLst/>
          </a:prstGeom>
          <a:solidFill>
            <a:srgbClr val="FFFFFF"/>
          </a:solidFill>
          <a:ln w="25926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ln_features_arrow">
            <a:extLst>
              <a:ext uri="{FF2B5EF4-FFF2-40B4-BE49-F238E27FC236}">
                <a16:creationId xmlns:a16="http://schemas.microsoft.com/office/drawing/2014/main" id="{9EAB6A4B-CED3-D511-9E32-A1FC827109A9}"/>
              </a:ext>
            </a:extLst>
          </p:cNvPr>
          <p:cNvSpPr/>
          <p:nvPr/>
        </p:nvSpPr>
        <p:spPr>
          <a:xfrm>
            <a:off x="678072" y="990184"/>
            <a:ext cx="1366117" cy="153565"/>
          </a:xfrm>
          <a:custGeom>
            <a:avLst/>
            <a:gdLst/>
            <a:ahLst/>
            <a:cxnLst/>
            <a:rect l="0" t="0" r="0" b="0"/>
            <a:pathLst>
              <a:path w="1366117" h="153565">
                <a:moveTo>
                  <a:pt x="0" y="76782"/>
                </a:moveTo>
                <a:lnTo>
                  <a:pt x="109688" y="0"/>
                </a:lnTo>
                <a:lnTo>
                  <a:pt x="109688" y="31910"/>
                </a:lnTo>
                <a:lnTo>
                  <a:pt x="1256427" y="31910"/>
                </a:lnTo>
                <a:lnTo>
                  <a:pt x="1256427" y="0"/>
                </a:lnTo>
                <a:lnTo>
                  <a:pt x="1366116" y="76782"/>
                </a:lnTo>
                <a:lnTo>
                  <a:pt x="1256427" y="153564"/>
                </a:lnTo>
                <a:lnTo>
                  <a:pt x="1256427" y="121655"/>
                </a:lnTo>
                <a:lnTo>
                  <a:pt x="109688" y="121655"/>
                </a:lnTo>
                <a:lnTo>
                  <a:pt x="109688" y="153564"/>
                </a:lnTo>
                <a:close/>
              </a:path>
            </a:pathLst>
          </a:custGeom>
          <a:solidFill>
            <a:srgbClr val="0070C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ln_variate_arrow">
            <a:extLst>
              <a:ext uri="{FF2B5EF4-FFF2-40B4-BE49-F238E27FC236}">
                <a16:creationId xmlns:a16="http://schemas.microsoft.com/office/drawing/2014/main" id="{D2E44361-A690-775A-B325-EAD64F1E30EF}"/>
              </a:ext>
            </a:extLst>
          </p:cNvPr>
          <p:cNvSpPr/>
          <p:nvPr/>
        </p:nvSpPr>
        <p:spPr>
          <a:xfrm>
            <a:off x="408837" y="1425945"/>
            <a:ext cx="139605" cy="1505720"/>
          </a:xfrm>
          <a:custGeom>
            <a:avLst/>
            <a:gdLst/>
            <a:ahLst/>
            <a:cxnLst/>
            <a:rect l="0" t="0" r="0" b="0"/>
            <a:pathLst>
              <a:path w="139605" h="1505720">
                <a:moveTo>
                  <a:pt x="69802" y="0"/>
                </a:moveTo>
                <a:lnTo>
                  <a:pt x="139604" y="99717"/>
                </a:lnTo>
                <a:lnTo>
                  <a:pt x="99717" y="99717"/>
                </a:lnTo>
                <a:lnTo>
                  <a:pt x="99717" y="1406003"/>
                </a:lnTo>
                <a:lnTo>
                  <a:pt x="139604" y="1406003"/>
                </a:lnTo>
                <a:lnTo>
                  <a:pt x="69802" y="1505719"/>
                </a:lnTo>
                <a:lnTo>
                  <a:pt x="0" y="1406003"/>
                </a:lnTo>
                <a:lnTo>
                  <a:pt x="39887" y="1406003"/>
                </a:lnTo>
                <a:lnTo>
                  <a:pt x="39887" y="99717"/>
                </a:lnTo>
                <a:lnTo>
                  <a:pt x="0" y="99717"/>
                </a:lnTo>
                <a:close/>
              </a:path>
            </a:pathLst>
          </a:cu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5" name="ff_features_arrow">
            <a:extLst>
              <a:ext uri="{FF2B5EF4-FFF2-40B4-BE49-F238E27FC236}">
                <a16:creationId xmlns:a16="http://schemas.microsoft.com/office/drawing/2014/main" id="{7A50676B-9050-2BDC-FC11-B0E552DFD59A}"/>
              </a:ext>
            </a:extLst>
          </p:cNvPr>
          <p:cNvSpPr/>
          <p:nvPr/>
        </p:nvSpPr>
        <p:spPr>
          <a:xfrm>
            <a:off x="11108414" y="568384"/>
            <a:ext cx="787762" cy="847591"/>
          </a:xfrm>
          <a:custGeom>
            <a:avLst/>
            <a:gdLst/>
            <a:ahLst/>
            <a:cxnLst/>
            <a:rect l="0" t="0" r="0" b="0"/>
            <a:pathLst>
              <a:path w="787762" h="847591">
                <a:moveTo>
                  <a:pt x="0" y="847590"/>
                </a:moveTo>
                <a:lnTo>
                  <a:pt x="21784" y="690861"/>
                </a:lnTo>
                <a:lnTo>
                  <a:pt x="55383" y="722088"/>
                </a:lnTo>
                <a:lnTo>
                  <a:pt x="666642" y="64405"/>
                </a:lnTo>
                <a:lnTo>
                  <a:pt x="633043" y="33178"/>
                </a:lnTo>
                <a:lnTo>
                  <a:pt x="787761" y="0"/>
                </a:lnTo>
                <a:lnTo>
                  <a:pt x="765977" y="156729"/>
                </a:lnTo>
                <a:lnTo>
                  <a:pt x="732378" y="125501"/>
                </a:lnTo>
                <a:lnTo>
                  <a:pt x="121119" y="783185"/>
                </a:lnTo>
                <a:lnTo>
                  <a:pt x="154719" y="814412"/>
                </a:lnTo>
                <a:close/>
              </a:path>
            </a:pathLst>
          </a:custGeom>
          <a:solidFill>
            <a:srgbClr val="0070C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ff_variate_arrow">
            <a:extLst>
              <a:ext uri="{FF2B5EF4-FFF2-40B4-BE49-F238E27FC236}">
                <a16:creationId xmlns:a16="http://schemas.microsoft.com/office/drawing/2014/main" id="{DDB45747-15E6-D775-D7E9-058DAF4A4176}"/>
              </a:ext>
            </a:extLst>
          </p:cNvPr>
          <p:cNvSpPr/>
          <p:nvPr/>
        </p:nvSpPr>
        <p:spPr>
          <a:xfrm>
            <a:off x="11120380" y="1525662"/>
            <a:ext cx="195446" cy="1924529"/>
          </a:xfrm>
          <a:custGeom>
            <a:avLst/>
            <a:gdLst/>
            <a:ahLst/>
            <a:cxnLst/>
            <a:rect l="0" t="0" r="0" b="0"/>
            <a:pathLst>
              <a:path w="195446" h="1924529">
                <a:moveTo>
                  <a:pt x="97723" y="0"/>
                </a:moveTo>
                <a:lnTo>
                  <a:pt x="195445" y="139603"/>
                </a:lnTo>
                <a:lnTo>
                  <a:pt x="142595" y="139603"/>
                </a:lnTo>
                <a:lnTo>
                  <a:pt x="142595" y="1784925"/>
                </a:lnTo>
                <a:lnTo>
                  <a:pt x="195445" y="1784925"/>
                </a:lnTo>
                <a:lnTo>
                  <a:pt x="97723" y="1924528"/>
                </a:lnTo>
                <a:lnTo>
                  <a:pt x="0" y="1784925"/>
                </a:lnTo>
                <a:lnTo>
                  <a:pt x="52850" y="1784925"/>
                </a:lnTo>
                <a:lnTo>
                  <a:pt x="52850" y="139603"/>
                </a:lnTo>
                <a:lnTo>
                  <a:pt x="0" y="139603"/>
                </a:lnTo>
                <a:close/>
              </a:path>
            </a:pathLst>
          </a:cu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6" name="attn_variate_arrow">
            <a:extLst>
              <a:ext uri="{FF2B5EF4-FFF2-40B4-BE49-F238E27FC236}">
                <a16:creationId xmlns:a16="http://schemas.microsoft.com/office/drawing/2014/main" id="{BA7149B5-16F5-21FB-FB08-1B5091909B24}"/>
              </a:ext>
            </a:extLst>
          </p:cNvPr>
          <p:cNvSpPr/>
          <p:nvPr/>
        </p:nvSpPr>
        <p:spPr>
          <a:xfrm>
            <a:off x="10798296" y="5205199"/>
            <a:ext cx="181485" cy="2113991"/>
          </a:xfrm>
          <a:custGeom>
            <a:avLst/>
            <a:gdLst/>
            <a:ahLst/>
            <a:cxnLst/>
            <a:rect l="0" t="0" r="0" b="0"/>
            <a:pathLst>
              <a:path w="181485" h="2113991">
                <a:moveTo>
                  <a:pt x="90742" y="0"/>
                </a:moveTo>
                <a:lnTo>
                  <a:pt x="181484" y="129632"/>
                </a:lnTo>
                <a:lnTo>
                  <a:pt x="130629" y="129632"/>
                </a:lnTo>
                <a:lnTo>
                  <a:pt x="130629" y="1984358"/>
                </a:lnTo>
                <a:lnTo>
                  <a:pt x="181484" y="1984358"/>
                </a:lnTo>
                <a:lnTo>
                  <a:pt x="90742" y="2113990"/>
                </a:lnTo>
                <a:lnTo>
                  <a:pt x="0" y="1984358"/>
                </a:lnTo>
                <a:lnTo>
                  <a:pt x="50856" y="1984358"/>
                </a:lnTo>
                <a:lnTo>
                  <a:pt x="50856" y="129632"/>
                </a:lnTo>
                <a:lnTo>
                  <a:pt x="0" y="129632"/>
                </a:lnTo>
                <a:close/>
              </a:path>
            </a:pathLst>
          </a:custGeom>
          <a:solidFill>
            <a:srgbClr val="FFC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add1_horizontal">
            <a:extLst>
              <a:ext uri="{FF2B5EF4-FFF2-40B4-BE49-F238E27FC236}">
                <a16:creationId xmlns:a16="http://schemas.microsoft.com/office/drawing/2014/main" id="{9164643F-81DF-4250-1552-41A8FC20C4EA}"/>
              </a:ext>
            </a:extLst>
          </p:cNvPr>
          <p:cNvCxnSpPr/>
          <p:nvPr/>
        </p:nvCxnSpPr>
        <p:spPr>
          <a:xfrm>
            <a:off x="8306381" y="4916022"/>
            <a:ext cx="159547" cy="0"/>
          </a:xfrm>
          <a:prstGeom prst="line">
            <a:avLst/>
          </a:prstGeom>
          <a:ln w="19943">
            <a:solidFill>
              <a:srgbClr val="000000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add1_vertical">
            <a:extLst>
              <a:ext uri="{FF2B5EF4-FFF2-40B4-BE49-F238E27FC236}">
                <a16:creationId xmlns:a16="http://schemas.microsoft.com/office/drawing/2014/main" id="{D4DA8231-46D4-D9DA-9D23-EEE4F7D79E80}"/>
              </a:ext>
            </a:extLst>
          </p:cNvPr>
          <p:cNvCxnSpPr/>
          <p:nvPr/>
        </p:nvCxnSpPr>
        <p:spPr>
          <a:xfrm>
            <a:off x="8386155" y="4836249"/>
            <a:ext cx="0" cy="159546"/>
          </a:xfrm>
          <a:prstGeom prst="line">
            <a:avLst/>
          </a:prstGeom>
          <a:ln w="19943">
            <a:solidFill>
              <a:srgbClr val="000000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add2_horizontal">
            <a:extLst>
              <a:ext uri="{FF2B5EF4-FFF2-40B4-BE49-F238E27FC236}">
                <a16:creationId xmlns:a16="http://schemas.microsoft.com/office/drawing/2014/main" id="{DBECD9BE-CECE-49E8-5B46-2618E0579A9E}"/>
              </a:ext>
            </a:extLst>
          </p:cNvPr>
          <p:cNvCxnSpPr/>
          <p:nvPr/>
        </p:nvCxnSpPr>
        <p:spPr>
          <a:xfrm>
            <a:off x="8306381" y="2792061"/>
            <a:ext cx="159547" cy="0"/>
          </a:xfrm>
          <a:prstGeom prst="line">
            <a:avLst/>
          </a:prstGeom>
          <a:ln w="19943">
            <a:solidFill>
              <a:srgbClr val="000000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add2_vertical">
            <a:extLst>
              <a:ext uri="{FF2B5EF4-FFF2-40B4-BE49-F238E27FC236}">
                <a16:creationId xmlns:a16="http://schemas.microsoft.com/office/drawing/2014/main" id="{3634AF25-0C58-79FA-4515-EC24E0AE8B44}"/>
              </a:ext>
            </a:extLst>
          </p:cNvPr>
          <p:cNvCxnSpPr/>
          <p:nvPr/>
        </p:nvCxnSpPr>
        <p:spPr>
          <a:xfrm>
            <a:off x="8386155" y="2712288"/>
            <a:ext cx="0" cy="159546"/>
          </a:xfrm>
          <a:prstGeom prst="line">
            <a:avLst/>
          </a:prstGeom>
          <a:ln w="19943">
            <a:solidFill>
              <a:srgbClr val="000000"/>
            </a:solidFill>
            <a:prstDash val="solid"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6" name="ff_act_drop_0">
            <a:extLst>
              <a:ext uri="{FF2B5EF4-FFF2-40B4-BE49-F238E27FC236}">
                <a16:creationId xmlns:a16="http://schemas.microsoft.com/office/drawing/2014/main" id="{998C2DD9-3C98-0EE4-72E3-0F37F22F6196}"/>
              </a:ext>
            </a:extLst>
          </p:cNvPr>
          <p:cNvGrpSpPr/>
          <p:nvPr/>
        </p:nvGrpSpPr>
        <p:grpSpPr>
          <a:xfrm>
            <a:off x="14279398" y="1007136"/>
            <a:ext cx="378923" cy="378923"/>
            <a:chOff x="14279398" y="1007136"/>
            <a:chExt cx="378923" cy="378923"/>
          </a:xfrm>
        </p:grpSpPr>
        <p:sp>
          <p:nvSpPr>
            <p:cNvPr id="275" name="ff_activation_0">
              <a:extLst>
                <a:ext uri="{FF2B5EF4-FFF2-40B4-BE49-F238E27FC236}">
                  <a16:creationId xmlns:a16="http://schemas.microsoft.com/office/drawing/2014/main" id="{4504998C-6B07-A174-5D55-C9E403DAFC2D}"/>
                </a:ext>
              </a:extLst>
            </p:cNvPr>
            <p:cNvSpPr/>
            <p:nvPr/>
          </p:nvSpPr>
          <p:spPr>
            <a:xfrm>
              <a:off x="14279398" y="1007136"/>
              <a:ext cx="378923" cy="378923"/>
            </a:xfrm>
            <a:prstGeom prst="ellipse">
              <a:avLst/>
            </a:prstGeom>
            <a:solidFill>
              <a:srgbClr val="C4E0F0"/>
            </a:solidFill>
            <a:ln w="33904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ff_activation_curve_0">
              <a:extLst>
                <a:ext uri="{FF2B5EF4-FFF2-40B4-BE49-F238E27FC236}">
                  <a16:creationId xmlns:a16="http://schemas.microsoft.com/office/drawing/2014/main" id="{C12C08BE-6BA8-A3C6-DA03-EB44F77D78A0}"/>
                </a:ext>
              </a:extLst>
            </p:cNvPr>
            <p:cNvSpPr/>
            <p:nvPr/>
          </p:nvSpPr>
          <p:spPr>
            <a:xfrm>
              <a:off x="14329256" y="1056995"/>
              <a:ext cx="289178" cy="251686"/>
            </a:xfrm>
            <a:custGeom>
              <a:avLst/>
              <a:gdLst/>
              <a:ahLst/>
              <a:cxnLst/>
              <a:rect l="0" t="0" r="0" b="0"/>
              <a:pathLst>
                <a:path w="289178" h="251686">
                  <a:moveTo>
                    <a:pt x="0" y="249291"/>
                  </a:moveTo>
                  <a:lnTo>
                    <a:pt x="13932" y="251159"/>
                  </a:lnTo>
                  <a:lnTo>
                    <a:pt x="26717" y="251685"/>
                  </a:lnTo>
                  <a:lnTo>
                    <a:pt x="38428" y="250942"/>
                  </a:lnTo>
                  <a:lnTo>
                    <a:pt x="49141" y="249005"/>
                  </a:lnTo>
                  <a:lnTo>
                    <a:pt x="58929" y="245947"/>
                  </a:lnTo>
                  <a:lnTo>
                    <a:pt x="67865" y="241843"/>
                  </a:lnTo>
                  <a:lnTo>
                    <a:pt x="76024" y="236766"/>
                  </a:lnTo>
                  <a:lnTo>
                    <a:pt x="83480" y="230791"/>
                  </a:lnTo>
                  <a:lnTo>
                    <a:pt x="90306" y="223990"/>
                  </a:lnTo>
                  <a:lnTo>
                    <a:pt x="96577" y="216439"/>
                  </a:lnTo>
                  <a:lnTo>
                    <a:pt x="102367" y="208212"/>
                  </a:lnTo>
                  <a:lnTo>
                    <a:pt x="107748" y="199381"/>
                  </a:lnTo>
                  <a:lnTo>
                    <a:pt x="112797" y="190022"/>
                  </a:lnTo>
                  <a:lnTo>
                    <a:pt x="117586" y="180207"/>
                  </a:lnTo>
                  <a:lnTo>
                    <a:pt x="122189" y="170012"/>
                  </a:lnTo>
                  <a:lnTo>
                    <a:pt x="126682" y="159509"/>
                  </a:lnTo>
                  <a:lnTo>
                    <a:pt x="131136" y="148774"/>
                  </a:lnTo>
                  <a:lnTo>
                    <a:pt x="135625" y="137879"/>
                  </a:lnTo>
                  <a:lnTo>
                    <a:pt x="140227" y="126900"/>
                  </a:lnTo>
                  <a:lnTo>
                    <a:pt x="145011" y="115909"/>
                  </a:lnTo>
                  <a:lnTo>
                    <a:pt x="150054" y="104981"/>
                  </a:lnTo>
                  <a:lnTo>
                    <a:pt x="155429" y="94190"/>
                  </a:lnTo>
                  <a:lnTo>
                    <a:pt x="161210" y="83609"/>
                  </a:lnTo>
                  <a:lnTo>
                    <a:pt x="167472" y="73313"/>
                  </a:lnTo>
                  <a:lnTo>
                    <a:pt x="174287" y="63376"/>
                  </a:lnTo>
                  <a:lnTo>
                    <a:pt x="181730" y="53872"/>
                  </a:lnTo>
                  <a:lnTo>
                    <a:pt x="189875" y="44873"/>
                  </a:lnTo>
                  <a:lnTo>
                    <a:pt x="198795" y="36456"/>
                  </a:lnTo>
                  <a:lnTo>
                    <a:pt x="208565" y="28693"/>
                  </a:lnTo>
                  <a:lnTo>
                    <a:pt x="219261" y="21658"/>
                  </a:lnTo>
                  <a:lnTo>
                    <a:pt x="230953" y="15426"/>
                  </a:lnTo>
                  <a:lnTo>
                    <a:pt x="243716" y="10070"/>
                  </a:lnTo>
                  <a:lnTo>
                    <a:pt x="257626" y="5664"/>
                  </a:lnTo>
                  <a:lnTo>
                    <a:pt x="272755" y="2283"/>
                  </a:lnTo>
                  <a:lnTo>
                    <a:pt x="289177" y="0"/>
                  </a:lnTo>
                </a:path>
              </a:pathLst>
            </a:custGeom>
            <a:ln w="31909">
              <a:solidFill>
                <a:srgbClr val="000000"/>
              </a:solidFill>
              <a:prstDash val="solid"/>
              <a:headEnd type="none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1" name="ff_act_drop_1">
            <a:extLst>
              <a:ext uri="{FF2B5EF4-FFF2-40B4-BE49-F238E27FC236}">
                <a16:creationId xmlns:a16="http://schemas.microsoft.com/office/drawing/2014/main" id="{E0839EF1-FF2D-64B3-D1B5-B861F85307E8}"/>
              </a:ext>
            </a:extLst>
          </p:cNvPr>
          <p:cNvGrpSpPr/>
          <p:nvPr/>
        </p:nvGrpSpPr>
        <p:grpSpPr>
          <a:xfrm>
            <a:off x="14279398" y="2024244"/>
            <a:ext cx="378923" cy="378923"/>
            <a:chOff x="14279398" y="2024244"/>
            <a:chExt cx="378923" cy="378923"/>
          </a:xfrm>
        </p:grpSpPr>
        <p:sp>
          <p:nvSpPr>
            <p:cNvPr id="364" name="ff_activation_1">
              <a:extLst>
                <a:ext uri="{FF2B5EF4-FFF2-40B4-BE49-F238E27FC236}">
                  <a16:creationId xmlns:a16="http://schemas.microsoft.com/office/drawing/2014/main" id="{0E11BE17-D67D-4FF9-91D2-36991E256115}"/>
                </a:ext>
              </a:extLst>
            </p:cNvPr>
            <p:cNvSpPr/>
            <p:nvPr/>
          </p:nvSpPr>
          <p:spPr>
            <a:xfrm>
              <a:off x="14279398" y="2024244"/>
              <a:ext cx="378923" cy="378923"/>
            </a:xfrm>
            <a:prstGeom prst="ellipse">
              <a:avLst/>
            </a:prstGeom>
            <a:solidFill>
              <a:srgbClr val="C4E0F0"/>
            </a:solidFill>
            <a:ln w="33904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ff_activation_curve_1">
              <a:extLst>
                <a:ext uri="{FF2B5EF4-FFF2-40B4-BE49-F238E27FC236}">
                  <a16:creationId xmlns:a16="http://schemas.microsoft.com/office/drawing/2014/main" id="{8FE9D7D4-B1B8-CCD7-0803-C44405A0E917}"/>
                </a:ext>
              </a:extLst>
            </p:cNvPr>
            <p:cNvSpPr/>
            <p:nvPr/>
          </p:nvSpPr>
          <p:spPr>
            <a:xfrm>
              <a:off x="14329256" y="2074102"/>
              <a:ext cx="289178" cy="251687"/>
            </a:xfrm>
            <a:custGeom>
              <a:avLst/>
              <a:gdLst/>
              <a:ahLst/>
              <a:cxnLst/>
              <a:rect l="0" t="0" r="0" b="0"/>
              <a:pathLst>
                <a:path w="289178" h="251687">
                  <a:moveTo>
                    <a:pt x="0" y="249292"/>
                  </a:moveTo>
                  <a:lnTo>
                    <a:pt x="13932" y="251160"/>
                  </a:lnTo>
                  <a:lnTo>
                    <a:pt x="26717" y="251686"/>
                  </a:lnTo>
                  <a:lnTo>
                    <a:pt x="38428" y="250943"/>
                  </a:lnTo>
                  <a:lnTo>
                    <a:pt x="49141" y="249006"/>
                  </a:lnTo>
                  <a:lnTo>
                    <a:pt x="58929" y="245948"/>
                  </a:lnTo>
                  <a:lnTo>
                    <a:pt x="67865" y="241844"/>
                  </a:lnTo>
                  <a:lnTo>
                    <a:pt x="76024" y="236767"/>
                  </a:lnTo>
                  <a:lnTo>
                    <a:pt x="83480" y="230792"/>
                  </a:lnTo>
                  <a:lnTo>
                    <a:pt x="90306" y="223991"/>
                  </a:lnTo>
                  <a:lnTo>
                    <a:pt x="96577" y="216441"/>
                  </a:lnTo>
                  <a:lnTo>
                    <a:pt x="102367" y="208213"/>
                  </a:lnTo>
                  <a:lnTo>
                    <a:pt x="107748" y="199382"/>
                  </a:lnTo>
                  <a:lnTo>
                    <a:pt x="112797" y="190023"/>
                  </a:lnTo>
                  <a:lnTo>
                    <a:pt x="117586" y="180208"/>
                  </a:lnTo>
                  <a:lnTo>
                    <a:pt x="122189" y="170013"/>
                  </a:lnTo>
                  <a:lnTo>
                    <a:pt x="126682" y="159510"/>
                  </a:lnTo>
                  <a:lnTo>
                    <a:pt x="131136" y="148775"/>
                  </a:lnTo>
                  <a:lnTo>
                    <a:pt x="135625" y="137880"/>
                  </a:lnTo>
                  <a:lnTo>
                    <a:pt x="140227" y="126901"/>
                  </a:lnTo>
                  <a:lnTo>
                    <a:pt x="145011" y="115910"/>
                  </a:lnTo>
                  <a:lnTo>
                    <a:pt x="150054" y="104982"/>
                  </a:lnTo>
                  <a:lnTo>
                    <a:pt x="155429" y="94191"/>
                  </a:lnTo>
                  <a:lnTo>
                    <a:pt x="161210" y="83610"/>
                  </a:lnTo>
                  <a:lnTo>
                    <a:pt x="167472" y="73314"/>
                  </a:lnTo>
                  <a:lnTo>
                    <a:pt x="174287" y="63377"/>
                  </a:lnTo>
                  <a:lnTo>
                    <a:pt x="181730" y="53873"/>
                  </a:lnTo>
                  <a:lnTo>
                    <a:pt x="189875" y="44874"/>
                  </a:lnTo>
                  <a:lnTo>
                    <a:pt x="198795" y="36457"/>
                  </a:lnTo>
                  <a:lnTo>
                    <a:pt x="208565" y="28694"/>
                  </a:lnTo>
                  <a:lnTo>
                    <a:pt x="219261" y="21659"/>
                  </a:lnTo>
                  <a:lnTo>
                    <a:pt x="230953" y="15427"/>
                  </a:lnTo>
                  <a:lnTo>
                    <a:pt x="243716" y="10071"/>
                  </a:lnTo>
                  <a:lnTo>
                    <a:pt x="257626" y="5665"/>
                  </a:lnTo>
                  <a:lnTo>
                    <a:pt x="272755" y="2284"/>
                  </a:lnTo>
                  <a:lnTo>
                    <a:pt x="289177" y="0"/>
                  </a:lnTo>
                </a:path>
              </a:pathLst>
            </a:custGeom>
            <a:ln w="31909">
              <a:solidFill>
                <a:srgbClr val="000000"/>
              </a:solidFill>
              <a:prstDash val="solid"/>
              <a:headEnd type="none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56" name="ff_act_drop_2">
            <a:extLst>
              <a:ext uri="{FF2B5EF4-FFF2-40B4-BE49-F238E27FC236}">
                <a16:creationId xmlns:a16="http://schemas.microsoft.com/office/drawing/2014/main" id="{7CACA388-9E06-443A-73B9-8F80D9E5E2B4}"/>
              </a:ext>
            </a:extLst>
          </p:cNvPr>
          <p:cNvGrpSpPr/>
          <p:nvPr/>
        </p:nvGrpSpPr>
        <p:grpSpPr>
          <a:xfrm>
            <a:off x="14279398" y="3021409"/>
            <a:ext cx="378923" cy="378923"/>
            <a:chOff x="14279398" y="3021409"/>
            <a:chExt cx="378923" cy="378923"/>
          </a:xfrm>
        </p:grpSpPr>
        <p:sp>
          <p:nvSpPr>
            <p:cNvPr id="453" name="ff_activation_2">
              <a:extLst>
                <a:ext uri="{FF2B5EF4-FFF2-40B4-BE49-F238E27FC236}">
                  <a16:creationId xmlns:a16="http://schemas.microsoft.com/office/drawing/2014/main" id="{9753CD1C-2FFE-B751-87B3-DFE1392FB975}"/>
                </a:ext>
              </a:extLst>
            </p:cNvPr>
            <p:cNvSpPr/>
            <p:nvPr/>
          </p:nvSpPr>
          <p:spPr>
            <a:xfrm>
              <a:off x="14279398" y="3021409"/>
              <a:ext cx="378923" cy="378923"/>
            </a:xfrm>
            <a:prstGeom prst="ellipse">
              <a:avLst/>
            </a:prstGeom>
            <a:solidFill>
              <a:srgbClr val="C4E0F0"/>
            </a:solidFill>
            <a:ln w="33904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4" name="ff_activation_curve_2">
              <a:extLst>
                <a:ext uri="{FF2B5EF4-FFF2-40B4-BE49-F238E27FC236}">
                  <a16:creationId xmlns:a16="http://schemas.microsoft.com/office/drawing/2014/main" id="{FAF55C07-BE06-7DCA-816B-79E72C3071E2}"/>
                </a:ext>
              </a:extLst>
            </p:cNvPr>
            <p:cNvSpPr/>
            <p:nvPr/>
          </p:nvSpPr>
          <p:spPr>
            <a:xfrm>
              <a:off x="14329256" y="3071267"/>
              <a:ext cx="289178" cy="251687"/>
            </a:xfrm>
            <a:custGeom>
              <a:avLst/>
              <a:gdLst/>
              <a:ahLst/>
              <a:cxnLst/>
              <a:rect l="0" t="0" r="0" b="0"/>
              <a:pathLst>
                <a:path w="289178" h="251687">
                  <a:moveTo>
                    <a:pt x="0" y="249292"/>
                  </a:moveTo>
                  <a:lnTo>
                    <a:pt x="13932" y="251160"/>
                  </a:lnTo>
                  <a:lnTo>
                    <a:pt x="26717" y="251686"/>
                  </a:lnTo>
                  <a:lnTo>
                    <a:pt x="38428" y="250943"/>
                  </a:lnTo>
                  <a:lnTo>
                    <a:pt x="49141" y="249006"/>
                  </a:lnTo>
                  <a:lnTo>
                    <a:pt x="58929" y="245948"/>
                  </a:lnTo>
                  <a:lnTo>
                    <a:pt x="67865" y="241844"/>
                  </a:lnTo>
                  <a:lnTo>
                    <a:pt x="76024" y="236767"/>
                  </a:lnTo>
                  <a:lnTo>
                    <a:pt x="83480" y="230792"/>
                  </a:lnTo>
                  <a:lnTo>
                    <a:pt x="90306" y="223991"/>
                  </a:lnTo>
                  <a:lnTo>
                    <a:pt x="96577" y="216440"/>
                  </a:lnTo>
                  <a:lnTo>
                    <a:pt x="102367" y="208212"/>
                  </a:lnTo>
                  <a:lnTo>
                    <a:pt x="107748" y="199382"/>
                  </a:lnTo>
                  <a:lnTo>
                    <a:pt x="112797" y="190022"/>
                  </a:lnTo>
                  <a:lnTo>
                    <a:pt x="117586" y="180208"/>
                  </a:lnTo>
                  <a:lnTo>
                    <a:pt x="122189" y="170012"/>
                  </a:lnTo>
                  <a:lnTo>
                    <a:pt x="126682" y="159510"/>
                  </a:lnTo>
                  <a:lnTo>
                    <a:pt x="131136" y="148775"/>
                  </a:lnTo>
                  <a:lnTo>
                    <a:pt x="135625" y="137880"/>
                  </a:lnTo>
                  <a:lnTo>
                    <a:pt x="140227" y="126900"/>
                  </a:lnTo>
                  <a:lnTo>
                    <a:pt x="145011" y="115910"/>
                  </a:lnTo>
                  <a:lnTo>
                    <a:pt x="150054" y="104982"/>
                  </a:lnTo>
                  <a:lnTo>
                    <a:pt x="155429" y="94191"/>
                  </a:lnTo>
                  <a:lnTo>
                    <a:pt x="161210" y="83610"/>
                  </a:lnTo>
                  <a:lnTo>
                    <a:pt x="167472" y="73314"/>
                  </a:lnTo>
                  <a:lnTo>
                    <a:pt x="174287" y="63377"/>
                  </a:lnTo>
                  <a:lnTo>
                    <a:pt x="181730" y="53872"/>
                  </a:lnTo>
                  <a:lnTo>
                    <a:pt x="189875" y="44874"/>
                  </a:lnTo>
                  <a:lnTo>
                    <a:pt x="198795" y="36456"/>
                  </a:lnTo>
                  <a:lnTo>
                    <a:pt x="208565" y="28693"/>
                  </a:lnTo>
                  <a:lnTo>
                    <a:pt x="219261" y="21659"/>
                  </a:lnTo>
                  <a:lnTo>
                    <a:pt x="230953" y="15426"/>
                  </a:lnTo>
                  <a:lnTo>
                    <a:pt x="243716" y="10070"/>
                  </a:lnTo>
                  <a:lnTo>
                    <a:pt x="257626" y="5665"/>
                  </a:lnTo>
                  <a:lnTo>
                    <a:pt x="272755" y="2283"/>
                  </a:lnTo>
                  <a:lnTo>
                    <a:pt x="289177" y="0"/>
                  </a:lnTo>
                </a:path>
              </a:pathLst>
            </a:custGeom>
            <a:ln w="31909">
              <a:solidFill>
                <a:srgbClr val="000000"/>
              </a:solidFill>
              <a:prstDash val="solid"/>
              <a:headEnd type="none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panel_a_label">
            <a:extLst>
              <a:ext uri="{FF2B5EF4-FFF2-40B4-BE49-F238E27FC236}">
                <a16:creationId xmlns:a16="http://schemas.microsoft.com/office/drawing/2014/main" id="{D38AB56A-B7CF-113C-C5D1-5AE4899FDBB1}"/>
              </a:ext>
            </a:extLst>
          </p:cNvPr>
          <p:cNvSpPr txBox="1"/>
          <p:nvPr/>
        </p:nvSpPr>
        <p:spPr>
          <a:xfrm>
            <a:off x="279206" y="4477269"/>
            <a:ext cx="378923" cy="3091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884" b="1">
                <a:solidFill>
                  <a:srgbClr val="000000"/>
                </a:solidFill>
                <a:latin typeface="Times New Roman" panose="02020603050405020304" pitchFamily="18" charset="0"/>
              </a:rPr>
              <a:t>(a)</a:t>
            </a:r>
            <a:endParaRPr lang="zh-CN" altLang="en-US" sz="1884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panel_b_label">
            <a:extLst>
              <a:ext uri="{FF2B5EF4-FFF2-40B4-BE49-F238E27FC236}">
                <a16:creationId xmlns:a16="http://schemas.microsoft.com/office/drawing/2014/main" id="{7A949DB3-BE62-617A-38AA-6E105CE5C1AD}"/>
              </a:ext>
            </a:extLst>
          </p:cNvPr>
          <p:cNvSpPr txBox="1"/>
          <p:nvPr/>
        </p:nvSpPr>
        <p:spPr>
          <a:xfrm>
            <a:off x="10739463" y="4527128"/>
            <a:ext cx="458696" cy="3091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963" b="1">
                <a:solidFill>
                  <a:srgbClr val="000000"/>
                </a:solidFill>
                <a:latin typeface="Times New Roman" panose="02020603050405020304" pitchFamily="18" charset="0"/>
              </a:rPr>
              <a:t>(b)</a:t>
            </a:r>
            <a:endParaRPr lang="zh-CN" altLang="en-US" sz="1963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panel_c_label">
            <a:extLst>
              <a:ext uri="{FF2B5EF4-FFF2-40B4-BE49-F238E27FC236}">
                <a16:creationId xmlns:a16="http://schemas.microsoft.com/office/drawing/2014/main" id="{0048B750-B48D-39BE-5B5C-93A7BC0170BB}"/>
              </a:ext>
            </a:extLst>
          </p:cNvPr>
          <p:cNvSpPr txBox="1"/>
          <p:nvPr/>
        </p:nvSpPr>
        <p:spPr>
          <a:xfrm>
            <a:off x="10609832" y="428781"/>
            <a:ext cx="458696" cy="3091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963" b="1">
                <a:solidFill>
                  <a:srgbClr val="000000"/>
                </a:solidFill>
                <a:latin typeface="Times New Roman" panose="02020603050405020304" pitchFamily="18" charset="0"/>
              </a:rPr>
              <a:t>(c)</a:t>
            </a:r>
            <a:endParaRPr lang="zh-CN" altLang="en-US" sz="1963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panel_d_label">
            <a:extLst>
              <a:ext uri="{FF2B5EF4-FFF2-40B4-BE49-F238E27FC236}">
                <a16:creationId xmlns:a16="http://schemas.microsoft.com/office/drawing/2014/main" id="{293E2626-4765-1D8E-1833-D9271FFB6089}"/>
              </a:ext>
            </a:extLst>
          </p:cNvPr>
          <p:cNvSpPr txBox="1"/>
          <p:nvPr/>
        </p:nvSpPr>
        <p:spPr>
          <a:xfrm>
            <a:off x="329064" y="428781"/>
            <a:ext cx="458696" cy="3091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963" b="1">
                <a:solidFill>
                  <a:srgbClr val="000000"/>
                </a:solidFill>
                <a:latin typeface="Times New Roman" panose="02020603050405020304" pitchFamily="18" charset="0"/>
              </a:rPr>
              <a:t>(d)</a:t>
            </a:r>
            <a:endParaRPr lang="zh-CN" altLang="en-US" sz="1963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32" name="embedding_theta_module">
            <a:extLst>
              <a:ext uri="{FF2B5EF4-FFF2-40B4-BE49-F238E27FC236}">
                <a16:creationId xmlns:a16="http://schemas.microsoft.com/office/drawing/2014/main" id="{1A6777C9-FC0A-C84B-811E-2D00A28936EC}"/>
              </a:ext>
            </a:extLst>
          </p:cNvPr>
          <p:cNvGrpSpPr/>
          <p:nvPr/>
        </p:nvGrpSpPr>
        <p:grpSpPr>
          <a:xfrm>
            <a:off x="2891778" y="4985823"/>
            <a:ext cx="608270" cy="1685209"/>
            <a:chOff x="2891778" y="4985823"/>
            <a:chExt cx="608270" cy="1685209"/>
          </a:xfrm>
        </p:grpSpPr>
        <p:sp>
          <p:nvSpPr>
            <p:cNvPr id="29" name="embedding_theta_frame">
              <a:extLst>
                <a:ext uri="{FF2B5EF4-FFF2-40B4-BE49-F238E27FC236}">
                  <a16:creationId xmlns:a16="http://schemas.microsoft.com/office/drawing/2014/main" id="{97A147AF-753A-48ED-E9D9-CC4B5118D74D}"/>
                </a:ext>
              </a:extLst>
            </p:cNvPr>
            <p:cNvSpPr/>
            <p:nvPr/>
          </p:nvSpPr>
          <p:spPr>
            <a:xfrm>
              <a:off x="2891778" y="4985823"/>
              <a:ext cx="608270" cy="1685209"/>
            </a:xfrm>
            <a:prstGeom prst="roundRect">
              <a:avLst>
                <a:gd name="adj" fmla="val 6557"/>
              </a:avLst>
            </a:prstGeom>
            <a:solidFill>
              <a:srgbClr val="FCE0E1"/>
            </a:solidFill>
            <a:ln w="39887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embedding_theta">
              <a:extLst>
                <a:ext uri="{FF2B5EF4-FFF2-40B4-BE49-F238E27FC236}">
                  <a16:creationId xmlns:a16="http://schemas.microsoft.com/office/drawing/2014/main" id="{03DA0267-9735-2985-070F-A4DF611E26F3}"/>
                </a:ext>
              </a:extLst>
            </p:cNvPr>
            <p:cNvSpPr txBox="1"/>
            <p:nvPr/>
          </p:nvSpPr>
          <p:spPr>
            <a:xfrm>
              <a:off x="2981522" y="5484406"/>
              <a:ext cx="438752" cy="717959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l-GR" altLang="zh-CN" sz="3376" i="1">
                  <a:solidFill>
                    <a:srgbClr val="333333"/>
                  </a:solidFill>
                  <a:latin typeface="Times New Roman" panose="02020603050405020304" pitchFamily="18" charset="0"/>
                </a:rPr>
                <a:t>θ</a:t>
              </a:r>
              <a:endParaRPr lang="zh-CN" altLang="en-US" sz="3376" i="1">
                <a:solidFill>
                  <a:srgbClr val="333333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4" name="raw_series_label">
            <a:extLst>
              <a:ext uri="{FF2B5EF4-FFF2-40B4-BE49-F238E27FC236}">
                <a16:creationId xmlns:a16="http://schemas.microsoft.com/office/drawing/2014/main" id="{503EBA7C-E6FC-302C-C53E-84F19ACE70EA}"/>
              </a:ext>
            </a:extLst>
          </p:cNvPr>
          <p:cNvSpPr txBox="1"/>
          <p:nvPr/>
        </p:nvSpPr>
        <p:spPr>
          <a:xfrm>
            <a:off x="877505" y="6840550"/>
            <a:ext cx="957278" cy="61824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98" b="1">
                <a:solidFill>
                  <a:srgbClr val="000000"/>
                </a:solidFill>
                <a:latin typeface="Times New Roman" panose="02020603050405020304" pitchFamily="18" charset="0"/>
              </a:rPr>
              <a:t>Raw
Series</a:t>
            </a:r>
            <a:endParaRPr lang="zh-CN" altLang="en-US" sz="2198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embedding_label">
            <a:extLst>
              <a:ext uri="{FF2B5EF4-FFF2-40B4-BE49-F238E27FC236}">
                <a16:creationId xmlns:a16="http://schemas.microsoft.com/office/drawing/2014/main" id="{0549FFB2-A6BF-C568-F713-D02C20571570}"/>
              </a:ext>
            </a:extLst>
          </p:cNvPr>
          <p:cNvSpPr txBox="1"/>
          <p:nvPr/>
        </p:nvSpPr>
        <p:spPr>
          <a:xfrm>
            <a:off x="2303450" y="6900380"/>
            <a:ext cx="1615407" cy="4088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356" b="1">
                <a:solidFill>
                  <a:srgbClr val="000000"/>
                </a:solidFill>
                <a:latin typeface="Times New Roman" panose="02020603050405020304" pitchFamily="18" charset="0"/>
              </a:rPr>
              <a:t>Embedding</a:t>
            </a:r>
            <a:endParaRPr lang="zh-CN" altLang="en-US" sz="2356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embedded_tokens_label">
            <a:extLst>
              <a:ext uri="{FF2B5EF4-FFF2-40B4-BE49-F238E27FC236}">
                <a16:creationId xmlns:a16="http://schemas.microsoft.com/office/drawing/2014/main" id="{084A63B8-4CE8-1101-1F26-65693FE30379}"/>
              </a:ext>
            </a:extLst>
          </p:cNvPr>
          <p:cNvSpPr txBox="1"/>
          <p:nvPr/>
        </p:nvSpPr>
        <p:spPr>
          <a:xfrm>
            <a:off x="4058460" y="6810635"/>
            <a:ext cx="2004301" cy="67807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20" b="1">
                <a:solidFill>
                  <a:srgbClr val="000000"/>
                </a:solidFill>
                <a:latin typeface="Times New Roman" panose="02020603050405020304" pitchFamily="18" charset="0"/>
              </a:rPr>
              <a:t>Embedded
Variate Tokens</a:t>
            </a:r>
            <a:endParaRPr lang="zh-CN" altLang="en-US" sz="212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trm_label">
            <a:extLst>
              <a:ext uri="{FF2B5EF4-FFF2-40B4-BE49-F238E27FC236}">
                <a16:creationId xmlns:a16="http://schemas.microsoft.com/office/drawing/2014/main" id="{A19EA90B-9AA2-2858-89AD-FA95B1F0BB13}"/>
              </a:ext>
            </a:extLst>
          </p:cNvPr>
          <p:cNvSpPr txBox="1"/>
          <p:nvPr/>
        </p:nvSpPr>
        <p:spPr>
          <a:xfrm>
            <a:off x="6720890" y="1266399"/>
            <a:ext cx="1665265" cy="38889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2277" b="1">
                <a:solidFill>
                  <a:srgbClr val="000000"/>
                </a:solidFill>
                <a:latin typeface="Times New Roman" panose="02020603050405020304" pitchFamily="18" charset="0"/>
              </a:rPr>
              <a:t>TrmBlock</a:t>
            </a:r>
            <a:endParaRPr lang="zh-CN" altLang="en-US" sz="2277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layers_label">
            <a:extLst>
              <a:ext uri="{FF2B5EF4-FFF2-40B4-BE49-F238E27FC236}">
                <a16:creationId xmlns:a16="http://schemas.microsoft.com/office/drawing/2014/main" id="{EA495BCD-3166-189B-4AE3-65409D6D8891}"/>
              </a:ext>
            </a:extLst>
          </p:cNvPr>
          <p:cNvSpPr txBox="1"/>
          <p:nvPr/>
        </p:nvSpPr>
        <p:spPr>
          <a:xfrm>
            <a:off x="5883272" y="3799198"/>
            <a:ext cx="747874" cy="53846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3141">
                <a:solidFill>
                  <a:srgbClr val="000000"/>
                </a:solidFill>
                <a:latin typeface="Times New Roman" panose="02020603050405020304" pitchFamily="18" charset="0"/>
              </a:rPr>
              <a:t>L ×</a:t>
            </a:r>
            <a:endParaRPr lang="zh-CN" altLang="en-US" sz="314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26" name="main_embedding_module">
            <a:extLst>
              <a:ext uri="{FF2B5EF4-FFF2-40B4-BE49-F238E27FC236}">
                <a16:creationId xmlns:a16="http://schemas.microsoft.com/office/drawing/2014/main" id="{B06F6C01-B04B-8EC0-EE29-FC81392C6C06}"/>
              </a:ext>
            </a:extLst>
          </p:cNvPr>
          <p:cNvGrpSpPr/>
          <p:nvPr/>
        </p:nvGrpSpPr>
        <p:grpSpPr>
          <a:xfrm>
            <a:off x="7329160" y="6700947"/>
            <a:ext cx="2123961" cy="658129"/>
            <a:chOff x="7329160" y="6700947"/>
            <a:chExt cx="2123961" cy="658129"/>
          </a:xfrm>
        </p:grpSpPr>
        <p:sp>
          <p:nvSpPr>
            <p:cNvPr id="69" name="main_embedding">
              <a:extLst>
                <a:ext uri="{FF2B5EF4-FFF2-40B4-BE49-F238E27FC236}">
                  <a16:creationId xmlns:a16="http://schemas.microsoft.com/office/drawing/2014/main" id="{F58BFDB1-6A11-9D89-30B0-2DC16FF0CB76}"/>
                </a:ext>
              </a:extLst>
            </p:cNvPr>
            <p:cNvSpPr/>
            <p:nvPr/>
          </p:nvSpPr>
          <p:spPr>
            <a:xfrm>
              <a:off x="7329160" y="6700947"/>
              <a:ext cx="2123961" cy="658129"/>
            </a:xfrm>
            <a:prstGeom prst="roundRect">
              <a:avLst>
                <a:gd name="adj" fmla="val 6061"/>
              </a:avLst>
            </a:prstGeom>
            <a:solidFill>
              <a:srgbClr val="FCE0E1"/>
            </a:solidFill>
            <a:ln w="39887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main_embedding_text">
              <a:extLst>
                <a:ext uri="{FF2B5EF4-FFF2-40B4-BE49-F238E27FC236}">
                  <a16:creationId xmlns:a16="http://schemas.microsoft.com/office/drawing/2014/main" id="{CDEB4802-24D9-5DB1-EE2F-B88EB29B5F6A}"/>
                </a:ext>
              </a:extLst>
            </p:cNvPr>
            <p:cNvSpPr txBox="1"/>
            <p:nvPr/>
          </p:nvSpPr>
          <p:spPr>
            <a:xfrm>
              <a:off x="7329160" y="6700947"/>
              <a:ext cx="2123961" cy="658129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67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Embedding</a:t>
              </a:r>
              <a:endParaRPr lang="zh-CN" altLang="en-US" sz="267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7" name="main_attention_module">
            <a:extLst>
              <a:ext uri="{FF2B5EF4-FFF2-40B4-BE49-F238E27FC236}">
                <a16:creationId xmlns:a16="http://schemas.microsoft.com/office/drawing/2014/main" id="{DF2BB9D4-4425-482D-B519-CAA6827D489A}"/>
              </a:ext>
            </a:extLst>
          </p:cNvPr>
          <p:cNvGrpSpPr/>
          <p:nvPr/>
        </p:nvGrpSpPr>
        <p:grpSpPr>
          <a:xfrm>
            <a:off x="7049954" y="5165313"/>
            <a:ext cx="2672401" cy="787760"/>
            <a:chOff x="7049954" y="5165313"/>
            <a:chExt cx="2672401" cy="787760"/>
          </a:xfrm>
        </p:grpSpPr>
        <p:sp>
          <p:nvSpPr>
            <p:cNvPr id="70" name="main_attention">
              <a:extLst>
                <a:ext uri="{FF2B5EF4-FFF2-40B4-BE49-F238E27FC236}">
                  <a16:creationId xmlns:a16="http://schemas.microsoft.com/office/drawing/2014/main" id="{BF84E471-D51A-9D40-1111-B16EE30D4EAC}"/>
                </a:ext>
              </a:extLst>
            </p:cNvPr>
            <p:cNvSpPr/>
            <p:nvPr/>
          </p:nvSpPr>
          <p:spPr>
            <a:xfrm>
              <a:off x="7049954" y="5165313"/>
              <a:ext cx="2672401" cy="787760"/>
            </a:xfrm>
            <a:prstGeom prst="roundRect">
              <a:avLst>
                <a:gd name="adj" fmla="val 5063"/>
              </a:avLst>
            </a:prstGeom>
            <a:solidFill>
              <a:srgbClr val="FFE2BB"/>
            </a:solidFill>
            <a:ln w="39887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main_attention_text">
              <a:extLst>
                <a:ext uri="{FF2B5EF4-FFF2-40B4-BE49-F238E27FC236}">
                  <a16:creationId xmlns:a16="http://schemas.microsoft.com/office/drawing/2014/main" id="{2319E65D-0387-B316-9AED-465C14E2F759}"/>
                </a:ext>
              </a:extLst>
            </p:cNvPr>
            <p:cNvSpPr txBox="1"/>
            <p:nvPr/>
          </p:nvSpPr>
          <p:spPr>
            <a:xfrm>
              <a:off x="7049954" y="5165313"/>
              <a:ext cx="2672401" cy="78776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277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Multivariate
Attention</a:t>
              </a:r>
              <a:endParaRPr lang="zh-CN" altLang="en-US" sz="2277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8" name="main_layernorm1_module">
            <a:extLst>
              <a:ext uri="{FF2B5EF4-FFF2-40B4-BE49-F238E27FC236}">
                <a16:creationId xmlns:a16="http://schemas.microsoft.com/office/drawing/2014/main" id="{4377A289-C4A1-B40E-E879-582E21B9119E}"/>
              </a:ext>
            </a:extLst>
          </p:cNvPr>
          <p:cNvGrpSpPr/>
          <p:nvPr/>
        </p:nvGrpSpPr>
        <p:grpSpPr>
          <a:xfrm>
            <a:off x="7209500" y="3988658"/>
            <a:ext cx="2353309" cy="688044"/>
            <a:chOff x="7209500" y="3988658"/>
            <a:chExt cx="2353309" cy="688044"/>
          </a:xfrm>
        </p:grpSpPr>
        <p:sp>
          <p:nvSpPr>
            <p:cNvPr id="71" name="main_layernorm1">
              <a:extLst>
                <a:ext uri="{FF2B5EF4-FFF2-40B4-BE49-F238E27FC236}">
                  <a16:creationId xmlns:a16="http://schemas.microsoft.com/office/drawing/2014/main" id="{7883E05A-7966-D52B-6249-D8DDAF91D64A}"/>
                </a:ext>
              </a:extLst>
            </p:cNvPr>
            <p:cNvSpPr/>
            <p:nvPr/>
          </p:nvSpPr>
          <p:spPr>
            <a:xfrm>
              <a:off x="7209500" y="3988658"/>
              <a:ext cx="2353309" cy="688044"/>
            </a:xfrm>
            <a:prstGeom prst="roundRect">
              <a:avLst>
                <a:gd name="adj" fmla="val 5797"/>
              </a:avLst>
            </a:prstGeom>
            <a:solidFill>
              <a:srgbClr val="F2F4C1"/>
            </a:solidFill>
            <a:ln w="39887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main_ln1_text">
              <a:extLst>
                <a:ext uri="{FF2B5EF4-FFF2-40B4-BE49-F238E27FC236}">
                  <a16:creationId xmlns:a16="http://schemas.microsoft.com/office/drawing/2014/main" id="{2CB6802C-DC2C-F8FC-F086-9B4C37D3D4A5}"/>
                </a:ext>
              </a:extLst>
            </p:cNvPr>
            <p:cNvSpPr txBox="1"/>
            <p:nvPr/>
          </p:nvSpPr>
          <p:spPr>
            <a:xfrm>
              <a:off x="7209500" y="3988658"/>
              <a:ext cx="2353309" cy="68804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513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LayerNorm</a:t>
              </a:r>
              <a:endParaRPr lang="zh-CN" altLang="en-US" sz="2513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29" name="main_feedforward_module">
            <a:extLst>
              <a:ext uri="{FF2B5EF4-FFF2-40B4-BE49-F238E27FC236}">
                <a16:creationId xmlns:a16="http://schemas.microsoft.com/office/drawing/2014/main" id="{16D4C15C-F82E-AE53-303E-1A459CE21A2E}"/>
              </a:ext>
            </a:extLst>
          </p:cNvPr>
          <p:cNvGrpSpPr/>
          <p:nvPr/>
        </p:nvGrpSpPr>
        <p:grpSpPr>
          <a:xfrm>
            <a:off x="7049954" y="3041352"/>
            <a:ext cx="2672401" cy="628214"/>
            <a:chOff x="7049954" y="3041352"/>
            <a:chExt cx="2672401" cy="628214"/>
          </a:xfrm>
        </p:grpSpPr>
        <p:sp>
          <p:nvSpPr>
            <p:cNvPr id="72" name="main_feedforward">
              <a:extLst>
                <a:ext uri="{FF2B5EF4-FFF2-40B4-BE49-F238E27FC236}">
                  <a16:creationId xmlns:a16="http://schemas.microsoft.com/office/drawing/2014/main" id="{CCD30EE9-F335-DF29-BEED-9CB7C00950CD}"/>
                </a:ext>
              </a:extLst>
            </p:cNvPr>
            <p:cNvSpPr/>
            <p:nvPr/>
          </p:nvSpPr>
          <p:spPr>
            <a:xfrm>
              <a:off x="7049954" y="3041352"/>
              <a:ext cx="2672401" cy="628214"/>
            </a:xfrm>
            <a:prstGeom prst="roundRect">
              <a:avLst>
                <a:gd name="adj" fmla="val 6349"/>
              </a:avLst>
            </a:prstGeom>
            <a:solidFill>
              <a:srgbClr val="C2E8F7"/>
            </a:solidFill>
            <a:ln w="39887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main_ff_text">
              <a:extLst>
                <a:ext uri="{FF2B5EF4-FFF2-40B4-BE49-F238E27FC236}">
                  <a16:creationId xmlns:a16="http://schemas.microsoft.com/office/drawing/2014/main" id="{93F2B8D2-0EC9-8E63-846F-47FEDB375D96}"/>
                </a:ext>
              </a:extLst>
            </p:cNvPr>
            <p:cNvSpPr txBox="1"/>
            <p:nvPr/>
          </p:nvSpPr>
          <p:spPr>
            <a:xfrm>
              <a:off x="7049954" y="3041352"/>
              <a:ext cx="2672401" cy="62821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513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Feed-forward</a:t>
              </a:r>
              <a:endParaRPr lang="zh-CN" altLang="en-US" sz="2513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0" name="main_layernorm2_module">
            <a:extLst>
              <a:ext uri="{FF2B5EF4-FFF2-40B4-BE49-F238E27FC236}">
                <a16:creationId xmlns:a16="http://schemas.microsoft.com/office/drawing/2014/main" id="{2C609490-B34C-3CE1-35AB-B835722AF5E0}"/>
              </a:ext>
            </a:extLst>
          </p:cNvPr>
          <p:cNvGrpSpPr/>
          <p:nvPr/>
        </p:nvGrpSpPr>
        <p:grpSpPr>
          <a:xfrm>
            <a:off x="7209500" y="1834783"/>
            <a:ext cx="2353309" cy="688044"/>
            <a:chOff x="7209500" y="1834783"/>
            <a:chExt cx="2353309" cy="688044"/>
          </a:xfrm>
        </p:grpSpPr>
        <p:sp>
          <p:nvSpPr>
            <p:cNvPr id="73" name="main_layernorm2">
              <a:extLst>
                <a:ext uri="{FF2B5EF4-FFF2-40B4-BE49-F238E27FC236}">
                  <a16:creationId xmlns:a16="http://schemas.microsoft.com/office/drawing/2014/main" id="{C96A2B82-142D-C1FA-FE2E-74FD16F04A69}"/>
                </a:ext>
              </a:extLst>
            </p:cNvPr>
            <p:cNvSpPr/>
            <p:nvPr/>
          </p:nvSpPr>
          <p:spPr>
            <a:xfrm>
              <a:off x="7209500" y="1834783"/>
              <a:ext cx="2353309" cy="688044"/>
            </a:xfrm>
            <a:prstGeom prst="roundRect">
              <a:avLst>
                <a:gd name="adj" fmla="val 5797"/>
              </a:avLst>
            </a:prstGeom>
            <a:solidFill>
              <a:srgbClr val="F2F4C1"/>
            </a:solidFill>
            <a:ln w="39887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main_ln2_text">
              <a:extLst>
                <a:ext uri="{FF2B5EF4-FFF2-40B4-BE49-F238E27FC236}">
                  <a16:creationId xmlns:a16="http://schemas.microsoft.com/office/drawing/2014/main" id="{972FCEA7-1864-7FC2-6207-FDD3774E4CAF}"/>
                </a:ext>
              </a:extLst>
            </p:cNvPr>
            <p:cNvSpPr txBox="1"/>
            <p:nvPr/>
          </p:nvSpPr>
          <p:spPr>
            <a:xfrm>
              <a:off x="7209500" y="1834783"/>
              <a:ext cx="2353309" cy="68804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513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LayerNorm</a:t>
              </a:r>
              <a:endParaRPr lang="zh-CN" altLang="en-US" sz="2513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31" name="main_projection_module">
            <a:extLst>
              <a:ext uri="{FF2B5EF4-FFF2-40B4-BE49-F238E27FC236}">
                <a16:creationId xmlns:a16="http://schemas.microsoft.com/office/drawing/2014/main" id="{73F6B3C8-46EC-BCCB-90D6-24AA6165B714}"/>
              </a:ext>
            </a:extLst>
          </p:cNvPr>
          <p:cNvGrpSpPr/>
          <p:nvPr/>
        </p:nvGrpSpPr>
        <p:grpSpPr>
          <a:xfrm>
            <a:off x="7329160" y="578355"/>
            <a:ext cx="2123961" cy="688044"/>
            <a:chOff x="7329160" y="578355"/>
            <a:chExt cx="2123961" cy="688044"/>
          </a:xfrm>
        </p:grpSpPr>
        <p:sp>
          <p:nvSpPr>
            <p:cNvPr id="74" name="main_projection">
              <a:extLst>
                <a:ext uri="{FF2B5EF4-FFF2-40B4-BE49-F238E27FC236}">
                  <a16:creationId xmlns:a16="http://schemas.microsoft.com/office/drawing/2014/main" id="{48784570-B89B-5B4E-E522-22DBB2B2DE33}"/>
                </a:ext>
              </a:extLst>
            </p:cNvPr>
            <p:cNvSpPr/>
            <p:nvPr/>
          </p:nvSpPr>
          <p:spPr>
            <a:xfrm>
              <a:off x="7329160" y="578355"/>
              <a:ext cx="2123961" cy="688044"/>
            </a:xfrm>
            <a:prstGeom prst="roundRect">
              <a:avLst>
                <a:gd name="adj" fmla="val 5797"/>
              </a:avLst>
            </a:prstGeom>
            <a:solidFill>
              <a:srgbClr val="DBDFEF"/>
            </a:solidFill>
            <a:ln w="39887">
              <a:solidFill>
                <a:srgbClr val="0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main_prj_text">
              <a:extLst>
                <a:ext uri="{FF2B5EF4-FFF2-40B4-BE49-F238E27FC236}">
                  <a16:creationId xmlns:a16="http://schemas.microsoft.com/office/drawing/2014/main" id="{04D92D91-3253-9CCC-958C-DE234DB4D3F0}"/>
                </a:ext>
              </a:extLst>
            </p:cNvPr>
            <p:cNvSpPr txBox="1"/>
            <p:nvPr/>
          </p:nvSpPr>
          <p:spPr>
            <a:xfrm>
              <a:off x="7329160" y="578355"/>
              <a:ext cx="2123961" cy="68804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67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Projection</a:t>
              </a:r>
              <a:endParaRPr lang="zh-CN" altLang="en-US" sz="267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8" name="main_input_text">
            <a:extLst>
              <a:ext uri="{FF2B5EF4-FFF2-40B4-BE49-F238E27FC236}">
                <a16:creationId xmlns:a16="http://schemas.microsoft.com/office/drawing/2014/main" id="{2705E361-1007-4E51-BE18-F9ADE0E0A8EF}"/>
              </a:ext>
            </a:extLst>
          </p:cNvPr>
          <p:cNvSpPr txBox="1"/>
          <p:nvPr/>
        </p:nvSpPr>
        <p:spPr>
          <a:xfrm>
            <a:off x="7458792" y="7359075"/>
            <a:ext cx="807703" cy="37892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277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endParaRPr lang="zh-CN" altLang="en-US" sz="2277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" name="main_output_text">
            <a:extLst>
              <a:ext uri="{FF2B5EF4-FFF2-40B4-BE49-F238E27FC236}">
                <a16:creationId xmlns:a16="http://schemas.microsoft.com/office/drawing/2014/main" id="{BACDBB10-8479-178D-49CD-BCC3CD06AC6B}"/>
              </a:ext>
            </a:extLst>
          </p:cNvPr>
          <p:cNvSpPr txBox="1"/>
          <p:nvPr/>
        </p:nvSpPr>
        <p:spPr>
          <a:xfrm>
            <a:off x="7289274" y="159546"/>
            <a:ext cx="1076938" cy="38889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277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endParaRPr lang="zh-CN" altLang="en-US" sz="2277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" name="q_label">
            <a:extLst>
              <a:ext uri="{FF2B5EF4-FFF2-40B4-BE49-F238E27FC236}">
                <a16:creationId xmlns:a16="http://schemas.microsoft.com/office/drawing/2014/main" id="{9B86D5FA-F59C-6547-6FC2-0F5345E2D47D}"/>
              </a:ext>
            </a:extLst>
          </p:cNvPr>
          <p:cNvSpPr txBox="1"/>
          <p:nvPr/>
        </p:nvSpPr>
        <p:spPr>
          <a:xfrm>
            <a:off x="7259358" y="6082705"/>
            <a:ext cx="349008" cy="38889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277" b="1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endParaRPr lang="zh-CN" altLang="en-US" sz="2277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" name="k_label">
            <a:extLst>
              <a:ext uri="{FF2B5EF4-FFF2-40B4-BE49-F238E27FC236}">
                <a16:creationId xmlns:a16="http://schemas.microsoft.com/office/drawing/2014/main" id="{E7F22BF1-AD55-6B99-5C06-788BCE859802}"/>
              </a:ext>
            </a:extLst>
          </p:cNvPr>
          <p:cNvSpPr txBox="1"/>
          <p:nvPr/>
        </p:nvSpPr>
        <p:spPr>
          <a:xfrm>
            <a:off x="8027176" y="6152506"/>
            <a:ext cx="349008" cy="38889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277" b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endParaRPr lang="zh-CN" altLang="en-US" sz="2277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v_label">
            <a:extLst>
              <a:ext uri="{FF2B5EF4-FFF2-40B4-BE49-F238E27FC236}">
                <a16:creationId xmlns:a16="http://schemas.microsoft.com/office/drawing/2014/main" id="{55D1490F-4E7B-0C26-777F-D3BEF68DD4B6}"/>
              </a:ext>
            </a:extLst>
          </p:cNvPr>
          <p:cNvSpPr txBox="1"/>
          <p:nvPr/>
        </p:nvSpPr>
        <p:spPr>
          <a:xfrm>
            <a:off x="8944567" y="6152506"/>
            <a:ext cx="349008" cy="38889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277" b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endParaRPr lang="zh-CN" altLang="en-US" sz="2277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" name="ln_features_text">
            <a:extLst>
              <a:ext uri="{FF2B5EF4-FFF2-40B4-BE49-F238E27FC236}">
                <a16:creationId xmlns:a16="http://schemas.microsoft.com/office/drawing/2014/main" id="{D9565EAD-FB31-9FBC-4E03-148322324F69}"/>
              </a:ext>
            </a:extLst>
          </p:cNvPr>
          <p:cNvSpPr txBox="1"/>
          <p:nvPr/>
        </p:nvSpPr>
        <p:spPr>
          <a:xfrm>
            <a:off x="857562" y="588327"/>
            <a:ext cx="1316257" cy="35897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2198" b="1">
                <a:solidFill>
                  <a:srgbClr val="0070C0"/>
                </a:solidFill>
                <a:latin typeface="Times New Roman" panose="02020603050405020304" pitchFamily="18" charset="0"/>
              </a:rPr>
              <a:t>Features</a:t>
            </a:r>
            <a:endParaRPr lang="zh-CN" altLang="en-US" sz="2198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" name="ln_variate_text">
            <a:extLst>
              <a:ext uri="{FF2B5EF4-FFF2-40B4-BE49-F238E27FC236}">
                <a16:creationId xmlns:a16="http://schemas.microsoft.com/office/drawing/2014/main" id="{FA035B16-199A-9B42-CE43-F7C6BC88577C}"/>
              </a:ext>
            </a:extLst>
          </p:cNvPr>
          <p:cNvSpPr txBox="1"/>
          <p:nvPr/>
        </p:nvSpPr>
        <p:spPr>
          <a:xfrm>
            <a:off x="299149" y="3051324"/>
            <a:ext cx="1037051" cy="33903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98" b="1">
                <a:solidFill>
                  <a:srgbClr val="D5A000"/>
                </a:solidFill>
                <a:latin typeface="Times New Roman" panose="02020603050405020304" pitchFamily="18" charset="0"/>
              </a:rPr>
              <a:t>Variate</a:t>
            </a:r>
            <a:endParaRPr lang="zh-CN" altLang="en-US" sz="2198" b="1">
              <a:solidFill>
                <a:srgbClr val="D5A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39" name="ln_formula">
            <a:extLst>
              <a:ext uri="{FF2B5EF4-FFF2-40B4-BE49-F238E27FC236}">
                <a16:creationId xmlns:a16="http://schemas.microsoft.com/office/drawing/2014/main" id="{3470BD45-EEAF-0DF3-D1DA-74C71F3620D5}"/>
              </a:ext>
            </a:extLst>
          </p:cNvPr>
          <p:cNvGrpSpPr/>
          <p:nvPr/>
        </p:nvGrpSpPr>
        <p:grpSpPr>
          <a:xfrm>
            <a:off x="2393195" y="598299"/>
            <a:ext cx="1555577" cy="867533"/>
            <a:chOff x="2393195" y="598299"/>
            <a:chExt cx="1555577" cy="867533"/>
          </a:xfrm>
        </p:grpSpPr>
        <p:cxnSp>
          <p:nvCxnSpPr>
            <p:cNvPr id="166" name="ln_formula_fraction">
              <a:extLst>
                <a:ext uri="{FF2B5EF4-FFF2-40B4-BE49-F238E27FC236}">
                  <a16:creationId xmlns:a16="http://schemas.microsoft.com/office/drawing/2014/main" id="{C70A2704-230E-861A-70EA-BFF98441733D}"/>
                </a:ext>
              </a:extLst>
            </p:cNvPr>
            <p:cNvCxnSpPr/>
            <p:nvPr/>
          </p:nvCxnSpPr>
          <p:spPr>
            <a:xfrm>
              <a:off x="3041352" y="1096881"/>
              <a:ext cx="717959" cy="0"/>
            </a:xfrm>
            <a:prstGeom prst="line">
              <a:avLst/>
            </a:prstGeom>
            <a:ln w="21938">
              <a:solidFill>
                <a:srgbClr val="000000"/>
              </a:solidFill>
              <a:prstDash val="solid"/>
              <a:headEnd type="none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ln_formula_xhat">
              <a:extLst>
                <a:ext uri="{FF2B5EF4-FFF2-40B4-BE49-F238E27FC236}">
                  <a16:creationId xmlns:a16="http://schemas.microsoft.com/office/drawing/2014/main" id="{E36CA9A8-C7A6-DD3E-4FDC-284C6CDD08CA}"/>
                </a:ext>
              </a:extLst>
            </p:cNvPr>
            <p:cNvSpPr txBox="1"/>
            <p:nvPr/>
          </p:nvSpPr>
          <p:spPr>
            <a:xfrm>
              <a:off x="2393195" y="877505"/>
              <a:ext cx="618242" cy="458696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59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x̂ =</a:t>
              </a:r>
              <a:endParaRPr lang="zh-CN" altLang="en-US" sz="259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5" name="ln_formula_numerator">
              <a:extLst>
                <a:ext uri="{FF2B5EF4-FFF2-40B4-BE49-F238E27FC236}">
                  <a16:creationId xmlns:a16="http://schemas.microsoft.com/office/drawing/2014/main" id="{4460922D-59C2-B238-814B-56219B6970B1}"/>
                </a:ext>
              </a:extLst>
            </p:cNvPr>
            <p:cNvSpPr txBox="1"/>
            <p:nvPr/>
          </p:nvSpPr>
          <p:spPr>
            <a:xfrm>
              <a:off x="2871834" y="598299"/>
              <a:ext cx="1076938" cy="428781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2513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 − </a:t>
              </a:r>
              <a:r>
                <a:rPr lang="el-GR" altLang="zh-CN" sz="2513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μ</a:t>
              </a:r>
              <a:endParaRPr lang="zh-CN" altLang="en-US" sz="2513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7" name="ln_formula_sigma">
              <a:extLst>
                <a:ext uri="{FF2B5EF4-FFF2-40B4-BE49-F238E27FC236}">
                  <a16:creationId xmlns:a16="http://schemas.microsoft.com/office/drawing/2014/main" id="{40533235-EF43-CEF5-11CD-7732F6C4A9CE}"/>
                </a:ext>
              </a:extLst>
            </p:cNvPr>
            <p:cNvSpPr txBox="1"/>
            <p:nvPr/>
          </p:nvSpPr>
          <p:spPr>
            <a:xfrm>
              <a:off x="3170984" y="1086909"/>
              <a:ext cx="478639" cy="378923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l-GR" altLang="zh-CN" sz="259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σ</a:t>
              </a:r>
              <a:endParaRPr lang="zh-CN" altLang="en-US" sz="259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5" name="ln_mu_label">
            <a:extLst>
              <a:ext uri="{FF2B5EF4-FFF2-40B4-BE49-F238E27FC236}">
                <a16:creationId xmlns:a16="http://schemas.microsoft.com/office/drawing/2014/main" id="{39FB63A1-987C-81A1-C837-203A1111306B}"/>
              </a:ext>
            </a:extLst>
          </p:cNvPr>
          <p:cNvSpPr txBox="1"/>
          <p:nvPr/>
        </p:nvSpPr>
        <p:spPr>
          <a:xfrm>
            <a:off x="2732231" y="2732231"/>
            <a:ext cx="408837" cy="4088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l-GR" altLang="zh-CN" sz="2905" i="1">
                <a:solidFill>
                  <a:srgbClr val="000000"/>
                </a:solidFill>
                <a:latin typeface="Times New Roman" panose="02020603050405020304" pitchFamily="18" charset="0"/>
              </a:rPr>
              <a:t>μ</a:t>
            </a:r>
            <a:endParaRPr lang="zh-CN" altLang="en-US" sz="2905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6" name="ln_sigma_label">
            <a:extLst>
              <a:ext uri="{FF2B5EF4-FFF2-40B4-BE49-F238E27FC236}">
                <a16:creationId xmlns:a16="http://schemas.microsoft.com/office/drawing/2014/main" id="{DD1ABFB1-9A00-4CCD-042D-54CD7EAE707B}"/>
              </a:ext>
            </a:extLst>
          </p:cNvPr>
          <p:cNvSpPr txBox="1"/>
          <p:nvPr/>
        </p:nvSpPr>
        <p:spPr>
          <a:xfrm>
            <a:off x="3240785" y="2732231"/>
            <a:ext cx="408837" cy="4088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l-GR" altLang="zh-CN" sz="2905" i="1">
                <a:solidFill>
                  <a:srgbClr val="000000"/>
                </a:solidFill>
                <a:latin typeface="Times New Roman" panose="02020603050405020304" pitchFamily="18" charset="0"/>
              </a:rPr>
              <a:t>σ</a:t>
            </a:r>
            <a:endParaRPr lang="zh-CN" altLang="en-US" sz="2905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7" name="ln_panel_title">
            <a:extLst>
              <a:ext uri="{FF2B5EF4-FFF2-40B4-BE49-F238E27FC236}">
                <a16:creationId xmlns:a16="http://schemas.microsoft.com/office/drawing/2014/main" id="{75CF0766-DD4D-B765-DEB6-5065B76ED9DF}"/>
              </a:ext>
            </a:extLst>
          </p:cNvPr>
          <p:cNvSpPr txBox="1"/>
          <p:nvPr/>
        </p:nvSpPr>
        <p:spPr>
          <a:xfrm>
            <a:off x="1635350" y="3170984"/>
            <a:ext cx="3490077" cy="4586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513" b="1">
                <a:solidFill>
                  <a:srgbClr val="000000"/>
                </a:solidFill>
                <a:latin typeface="Times New Roman" panose="02020603050405020304" pitchFamily="18" charset="0"/>
              </a:rPr>
              <a:t>Temporal LayerNorm</a:t>
            </a:r>
            <a:endParaRPr lang="zh-CN" altLang="en-US" sz="2513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6" name="ff_features_text">
            <a:extLst>
              <a:ext uri="{FF2B5EF4-FFF2-40B4-BE49-F238E27FC236}">
                <a16:creationId xmlns:a16="http://schemas.microsoft.com/office/drawing/2014/main" id="{D056153C-A4CB-33A1-4E9A-63FE281A7DBC}"/>
              </a:ext>
            </a:extLst>
          </p:cNvPr>
          <p:cNvSpPr txBox="1"/>
          <p:nvPr/>
        </p:nvSpPr>
        <p:spPr>
          <a:xfrm rot="-2940000">
            <a:off x="10849152" y="588327"/>
            <a:ext cx="1017108" cy="35897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20" b="1">
                <a:solidFill>
                  <a:srgbClr val="0070C0"/>
                </a:solidFill>
                <a:latin typeface="Times New Roman" panose="02020603050405020304" pitchFamily="18" charset="0"/>
              </a:rPr>
              <a:t>Features</a:t>
            </a:r>
            <a:endParaRPr lang="zh-CN" altLang="en-US" sz="2120" b="1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8" name="ff_variate_text">
            <a:extLst>
              <a:ext uri="{FF2B5EF4-FFF2-40B4-BE49-F238E27FC236}">
                <a16:creationId xmlns:a16="http://schemas.microsoft.com/office/drawing/2014/main" id="{774E3250-6162-D75E-4C75-C6E956DB1145}"/>
              </a:ext>
            </a:extLst>
          </p:cNvPr>
          <p:cNvSpPr txBox="1"/>
          <p:nvPr/>
        </p:nvSpPr>
        <p:spPr>
          <a:xfrm rot="-5400000">
            <a:off x="10360541" y="2113989"/>
            <a:ext cx="1076938" cy="36895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277" b="1">
                <a:solidFill>
                  <a:srgbClr val="D5A000"/>
                </a:solidFill>
                <a:latin typeface="Times New Roman" panose="02020603050405020304" pitchFamily="18" charset="0"/>
              </a:rPr>
              <a:t>Variate</a:t>
            </a:r>
            <a:endParaRPr lang="zh-CN" altLang="en-US" sz="2277" b="1">
              <a:solidFill>
                <a:srgbClr val="D5A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9" name="ff_dense1_label">
            <a:extLst>
              <a:ext uri="{FF2B5EF4-FFF2-40B4-BE49-F238E27FC236}">
                <a16:creationId xmlns:a16="http://schemas.microsoft.com/office/drawing/2014/main" id="{2D8E9CED-CEE7-C917-59DE-E48CF856BBF2}"/>
              </a:ext>
            </a:extLst>
          </p:cNvPr>
          <p:cNvSpPr txBox="1"/>
          <p:nvPr/>
        </p:nvSpPr>
        <p:spPr>
          <a:xfrm>
            <a:off x="12005863" y="3500048"/>
            <a:ext cx="1146739" cy="4487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670" b="1">
                <a:solidFill>
                  <a:srgbClr val="000000"/>
                </a:solidFill>
                <a:latin typeface="Times New Roman" panose="02020603050405020304" pitchFamily="18" charset="0"/>
              </a:rPr>
              <a:t>Dense</a:t>
            </a:r>
            <a:endParaRPr lang="zh-CN" altLang="en-US" sz="267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" name="ff_act_label">
            <a:extLst>
              <a:ext uri="{FF2B5EF4-FFF2-40B4-BE49-F238E27FC236}">
                <a16:creationId xmlns:a16="http://schemas.microsoft.com/office/drawing/2014/main" id="{39D3C2F7-382B-7A00-2C3C-465B6D82C1EF}"/>
              </a:ext>
            </a:extLst>
          </p:cNvPr>
          <p:cNvSpPr txBox="1"/>
          <p:nvPr/>
        </p:nvSpPr>
        <p:spPr>
          <a:xfrm>
            <a:off x="13431808" y="3500048"/>
            <a:ext cx="2054159" cy="4487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513" b="1">
                <a:solidFill>
                  <a:srgbClr val="000000"/>
                </a:solidFill>
                <a:latin typeface="Times New Roman" panose="02020603050405020304" pitchFamily="18" charset="0"/>
              </a:rPr>
              <a:t>Act &amp; Drop</a:t>
            </a:r>
            <a:endParaRPr lang="zh-CN" altLang="en-US" sz="2513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" name="ff_dense2_label">
            <a:extLst>
              <a:ext uri="{FF2B5EF4-FFF2-40B4-BE49-F238E27FC236}">
                <a16:creationId xmlns:a16="http://schemas.microsoft.com/office/drawing/2014/main" id="{2C61908F-15DD-85E8-E22F-C2CD73F174EE}"/>
              </a:ext>
            </a:extLst>
          </p:cNvPr>
          <p:cNvSpPr txBox="1"/>
          <p:nvPr/>
        </p:nvSpPr>
        <p:spPr>
          <a:xfrm>
            <a:off x="15735258" y="3500048"/>
            <a:ext cx="1146739" cy="4487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670" b="1">
                <a:solidFill>
                  <a:srgbClr val="000000"/>
                </a:solidFill>
                <a:latin typeface="Times New Roman" panose="02020603050405020304" pitchFamily="18" charset="0"/>
              </a:rPr>
              <a:t>Dense</a:t>
            </a:r>
            <a:endParaRPr lang="zh-CN" altLang="en-US" sz="267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7" name="attn_variate_text">
            <a:extLst>
              <a:ext uri="{FF2B5EF4-FFF2-40B4-BE49-F238E27FC236}">
                <a16:creationId xmlns:a16="http://schemas.microsoft.com/office/drawing/2014/main" id="{9D63E125-B8FE-0A3A-DA35-BDC214196500}"/>
              </a:ext>
            </a:extLst>
          </p:cNvPr>
          <p:cNvSpPr txBox="1"/>
          <p:nvPr/>
        </p:nvSpPr>
        <p:spPr>
          <a:xfrm rot="-5400000">
            <a:off x="10161108" y="5982988"/>
            <a:ext cx="1086909" cy="36895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98" b="1">
                <a:solidFill>
                  <a:srgbClr val="D5A000"/>
                </a:solidFill>
                <a:latin typeface="Times New Roman" panose="02020603050405020304" pitchFamily="18" charset="0"/>
              </a:rPr>
              <a:t>Variate</a:t>
            </a:r>
            <a:endParaRPr lang="zh-CN" altLang="en-US" sz="2198" b="1">
              <a:solidFill>
                <a:srgbClr val="D5A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7" name="attn_query_text">
            <a:extLst>
              <a:ext uri="{FF2B5EF4-FFF2-40B4-BE49-F238E27FC236}">
                <a16:creationId xmlns:a16="http://schemas.microsoft.com/office/drawing/2014/main" id="{A4C8B193-90AC-6778-B422-15E5EC62B323}"/>
              </a:ext>
            </a:extLst>
          </p:cNvPr>
          <p:cNvSpPr txBox="1"/>
          <p:nvPr/>
        </p:nvSpPr>
        <p:spPr>
          <a:xfrm>
            <a:off x="12783651" y="4716589"/>
            <a:ext cx="1007136" cy="4088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356" b="1">
                <a:solidFill>
                  <a:srgbClr val="000000"/>
                </a:solidFill>
                <a:latin typeface="Times New Roman" panose="02020603050405020304" pitchFamily="18" charset="0"/>
              </a:rPr>
              <a:t>Query</a:t>
            </a:r>
            <a:endParaRPr lang="zh-CN" altLang="en-US" sz="2356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8" name="attn_key_text">
            <a:extLst>
              <a:ext uri="{FF2B5EF4-FFF2-40B4-BE49-F238E27FC236}">
                <a16:creationId xmlns:a16="http://schemas.microsoft.com/office/drawing/2014/main" id="{FB64F384-4D04-EF23-4821-30AA29333ECD}"/>
              </a:ext>
            </a:extLst>
          </p:cNvPr>
          <p:cNvSpPr txBox="1"/>
          <p:nvPr/>
        </p:nvSpPr>
        <p:spPr>
          <a:xfrm>
            <a:off x="12933226" y="6162478"/>
            <a:ext cx="688044" cy="4088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356" b="1">
                <a:solidFill>
                  <a:srgbClr val="000000"/>
                </a:solidFill>
                <a:latin typeface="Times New Roman" panose="02020603050405020304" pitchFamily="18" charset="0"/>
              </a:rPr>
              <a:t>Key</a:t>
            </a:r>
            <a:endParaRPr lang="zh-CN" altLang="en-US" sz="2356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9" name="attn_value_text">
            <a:extLst>
              <a:ext uri="{FF2B5EF4-FFF2-40B4-BE49-F238E27FC236}">
                <a16:creationId xmlns:a16="http://schemas.microsoft.com/office/drawing/2014/main" id="{FB07E296-2E5B-D1C7-6DF8-1A808EFD7E65}"/>
              </a:ext>
            </a:extLst>
          </p:cNvPr>
          <p:cNvSpPr txBox="1"/>
          <p:nvPr/>
        </p:nvSpPr>
        <p:spPr>
          <a:xfrm>
            <a:off x="12793623" y="6910351"/>
            <a:ext cx="937335" cy="408837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356" b="1">
                <a:solidFill>
                  <a:srgbClr val="000000"/>
                </a:solidFill>
                <a:latin typeface="Times New Roman" panose="02020603050405020304" pitchFamily="18" charset="0"/>
              </a:rPr>
              <a:t>Value</a:t>
            </a:r>
            <a:endParaRPr lang="zh-CN" altLang="en-US" sz="2356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" name="attn_matmul1_text">
            <a:extLst>
              <a:ext uri="{FF2B5EF4-FFF2-40B4-BE49-F238E27FC236}">
                <a16:creationId xmlns:a16="http://schemas.microsoft.com/office/drawing/2014/main" id="{214AAA27-2BFB-5BD2-F1BC-64DF397361BD}"/>
              </a:ext>
            </a:extLst>
          </p:cNvPr>
          <p:cNvSpPr txBox="1"/>
          <p:nvPr/>
        </p:nvSpPr>
        <p:spPr>
          <a:xfrm>
            <a:off x="12634076" y="5404633"/>
            <a:ext cx="1136768" cy="4586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98" b="1">
                <a:solidFill>
                  <a:srgbClr val="000000"/>
                </a:solidFill>
                <a:latin typeface="Times New Roman" panose="02020603050405020304" pitchFamily="18" charset="0"/>
              </a:rPr>
              <a:t>MatMul</a:t>
            </a:r>
            <a:endParaRPr lang="zh-CN" altLang="en-US" sz="2198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3" name="attn_scale_text">
            <a:extLst>
              <a:ext uri="{FF2B5EF4-FFF2-40B4-BE49-F238E27FC236}">
                <a16:creationId xmlns:a16="http://schemas.microsoft.com/office/drawing/2014/main" id="{C849230A-7D2B-2490-7AE4-E44C2C359CF1}"/>
              </a:ext>
            </a:extLst>
          </p:cNvPr>
          <p:cNvSpPr txBox="1"/>
          <p:nvPr/>
        </p:nvSpPr>
        <p:spPr>
          <a:xfrm>
            <a:off x="14069994" y="5404633"/>
            <a:ext cx="837618" cy="4586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98" b="1">
                <a:solidFill>
                  <a:srgbClr val="000000"/>
                </a:solidFill>
                <a:latin typeface="Times New Roman" panose="02020603050405020304" pitchFamily="18" charset="0"/>
              </a:rPr>
              <a:t>Scale</a:t>
            </a:r>
            <a:endParaRPr lang="zh-CN" altLang="en-US" sz="2198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63" name="attn_correlation_map">
            <a:extLst>
              <a:ext uri="{FF2B5EF4-FFF2-40B4-BE49-F238E27FC236}">
                <a16:creationId xmlns:a16="http://schemas.microsoft.com/office/drawing/2014/main" id="{FCAF0091-0BD9-B55B-7023-B4DBDDA17F54}"/>
              </a:ext>
            </a:extLst>
          </p:cNvPr>
          <p:cNvGrpSpPr/>
          <p:nvPr/>
        </p:nvGrpSpPr>
        <p:grpSpPr>
          <a:xfrm>
            <a:off x="15186817" y="4916022"/>
            <a:ext cx="1445889" cy="1425945"/>
            <a:chOff x="15186817" y="4916022"/>
            <a:chExt cx="1445889" cy="1425945"/>
          </a:xfrm>
        </p:grpSpPr>
        <p:sp>
          <p:nvSpPr>
            <p:cNvPr id="537" name="attn_heatmap_0_0">
              <a:extLst>
                <a:ext uri="{FF2B5EF4-FFF2-40B4-BE49-F238E27FC236}">
                  <a16:creationId xmlns:a16="http://schemas.microsoft.com/office/drawing/2014/main" id="{861F8F17-CB00-875B-130E-F5552BBD2EE9}"/>
                </a:ext>
              </a:extLst>
            </p:cNvPr>
            <p:cNvSpPr/>
            <p:nvPr/>
          </p:nvSpPr>
          <p:spPr>
            <a:xfrm>
              <a:off x="15206762" y="4935965"/>
              <a:ext cx="58999" cy="57753"/>
            </a:xfrm>
            <a:prstGeom prst="rect">
              <a:avLst/>
            </a:prstGeom>
            <a:solidFill>
              <a:srgbClr val="CEE05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8" name="attn_heatmap_0_1">
              <a:extLst>
                <a:ext uri="{FF2B5EF4-FFF2-40B4-BE49-F238E27FC236}">
                  <a16:creationId xmlns:a16="http://schemas.microsoft.com/office/drawing/2014/main" id="{4DC1A4E1-58A9-CB04-CC64-766E53EE028F}"/>
                </a:ext>
              </a:extLst>
            </p:cNvPr>
            <p:cNvSpPr/>
            <p:nvPr/>
          </p:nvSpPr>
          <p:spPr>
            <a:xfrm>
              <a:off x="15265760" y="4935965"/>
              <a:ext cx="58999" cy="57753"/>
            </a:xfrm>
            <a:prstGeom prst="rect">
              <a:avLst/>
            </a:prstGeom>
            <a:solidFill>
              <a:srgbClr val="92CE5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9" name="attn_heatmap_0_2">
              <a:extLst>
                <a:ext uri="{FF2B5EF4-FFF2-40B4-BE49-F238E27FC236}">
                  <a16:creationId xmlns:a16="http://schemas.microsoft.com/office/drawing/2014/main" id="{62BAEFF0-8444-2BB5-601A-6E76B3BA0DE3}"/>
                </a:ext>
              </a:extLst>
            </p:cNvPr>
            <p:cNvSpPr/>
            <p:nvPr/>
          </p:nvSpPr>
          <p:spPr>
            <a:xfrm>
              <a:off x="15324759" y="4935965"/>
              <a:ext cx="59000" cy="57753"/>
            </a:xfrm>
            <a:prstGeom prst="rect">
              <a:avLst/>
            </a:prstGeom>
            <a:solidFill>
              <a:srgbClr val="96D25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0" name="attn_heatmap_0_3">
              <a:extLst>
                <a:ext uri="{FF2B5EF4-FFF2-40B4-BE49-F238E27FC236}">
                  <a16:creationId xmlns:a16="http://schemas.microsoft.com/office/drawing/2014/main" id="{27E9E938-D9CC-090F-7A4F-FCEACFACB1B2}"/>
                </a:ext>
              </a:extLst>
            </p:cNvPr>
            <p:cNvSpPr/>
            <p:nvPr/>
          </p:nvSpPr>
          <p:spPr>
            <a:xfrm>
              <a:off x="15383759" y="4935965"/>
              <a:ext cx="58999" cy="57753"/>
            </a:xfrm>
            <a:prstGeom prst="rect">
              <a:avLst/>
            </a:prstGeom>
            <a:solidFill>
              <a:srgbClr val="B1D54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1" name="attn_heatmap_0_4">
              <a:extLst>
                <a:ext uri="{FF2B5EF4-FFF2-40B4-BE49-F238E27FC236}">
                  <a16:creationId xmlns:a16="http://schemas.microsoft.com/office/drawing/2014/main" id="{28AAA2BD-8323-4AB3-7F38-00420DD0CD43}"/>
                </a:ext>
              </a:extLst>
            </p:cNvPr>
            <p:cNvSpPr/>
            <p:nvPr/>
          </p:nvSpPr>
          <p:spPr>
            <a:xfrm>
              <a:off x="15442757" y="4935965"/>
              <a:ext cx="58999" cy="57753"/>
            </a:xfrm>
            <a:prstGeom prst="rect">
              <a:avLst/>
            </a:prstGeom>
            <a:solidFill>
              <a:srgbClr val="B8DA4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2" name="attn_heatmap_0_5">
              <a:extLst>
                <a:ext uri="{FF2B5EF4-FFF2-40B4-BE49-F238E27FC236}">
                  <a16:creationId xmlns:a16="http://schemas.microsoft.com/office/drawing/2014/main" id="{8C197BD7-70E0-0D99-629D-30BA2E833714}"/>
                </a:ext>
              </a:extLst>
            </p:cNvPr>
            <p:cNvSpPr/>
            <p:nvPr/>
          </p:nvSpPr>
          <p:spPr>
            <a:xfrm>
              <a:off x="15501756" y="4935965"/>
              <a:ext cx="59000" cy="57753"/>
            </a:xfrm>
            <a:prstGeom prst="rect">
              <a:avLst/>
            </a:prstGeom>
            <a:solidFill>
              <a:srgbClr val="9BD35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3" name="attn_heatmap_0_6">
              <a:extLst>
                <a:ext uri="{FF2B5EF4-FFF2-40B4-BE49-F238E27FC236}">
                  <a16:creationId xmlns:a16="http://schemas.microsoft.com/office/drawing/2014/main" id="{192BDBBB-1450-A3B7-CA10-31AF1D8B743F}"/>
                </a:ext>
              </a:extLst>
            </p:cNvPr>
            <p:cNvSpPr/>
            <p:nvPr/>
          </p:nvSpPr>
          <p:spPr>
            <a:xfrm>
              <a:off x="15560754" y="4935965"/>
              <a:ext cx="59000" cy="57753"/>
            </a:xfrm>
            <a:prstGeom prst="rect">
              <a:avLst/>
            </a:prstGeom>
            <a:solidFill>
              <a:srgbClr val="BFDD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4" name="attn_heatmap_0_7">
              <a:extLst>
                <a:ext uri="{FF2B5EF4-FFF2-40B4-BE49-F238E27FC236}">
                  <a16:creationId xmlns:a16="http://schemas.microsoft.com/office/drawing/2014/main" id="{27C929C7-07FB-1D91-3880-2AEF04D63DDB}"/>
                </a:ext>
              </a:extLst>
            </p:cNvPr>
            <p:cNvSpPr/>
            <p:nvPr/>
          </p:nvSpPr>
          <p:spPr>
            <a:xfrm>
              <a:off x="15619754" y="4935965"/>
              <a:ext cx="58999" cy="57753"/>
            </a:xfrm>
            <a:prstGeom prst="rect">
              <a:avLst/>
            </a:prstGeom>
            <a:solidFill>
              <a:srgbClr val="DAE04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attn_heatmap_0_8">
              <a:extLst>
                <a:ext uri="{FF2B5EF4-FFF2-40B4-BE49-F238E27FC236}">
                  <a16:creationId xmlns:a16="http://schemas.microsoft.com/office/drawing/2014/main" id="{22E16D84-B336-77D0-65D6-AE27D650A345}"/>
                </a:ext>
              </a:extLst>
            </p:cNvPr>
            <p:cNvSpPr/>
            <p:nvPr/>
          </p:nvSpPr>
          <p:spPr>
            <a:xfrm>
              <a:off x="15678753" y="4935965"/>
              <a:ext cx="59000" cy="57753"/>
            </a:xfrm>
            <a:prstGeom prst="rect">
              <a:avLst/>
            </a:prstGeom>
            <a:solidFill>
              <a:srgbClr val="DFDE4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attn_heatmap_0_9">
              <a:extLst>
                <a:ext uri="{FF2B5EF4-FFF2-40B4-BE49-F238E27FC236}">
                  <a16:creationId xmlns:a16="http://schemas.microsoft.com/office/drawing/2014/main" id="{67CCAAEB-3524-2571-EED6-8C95525EEDF0}"/>
                </a:ext>
              </a:extLst>
            </p:cNvPr>
            <p:cNvSpPr/>
            <p:nvPr/>
          </p:nvSpPr>
          <p:spPr>
            <a:xfrm>
              <a:off x="15737751" y="4935965"/>
              <a:ext cx="59000" cy="57753"/>
            </a:xfrm>
            <a:prstGeom prst="rect">
              <a:avLst/>
            </a:prstGeom>
            <a:solidFill>
              <a:srgbClr val="D1E04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attn_heatmap_0_10">
              <a:extLst>
                <a:ext uri="{FF2B5EF4-FFF2-40B4-BE49-F238E27FC236}">
                  <a16:creationId xmlns:a16="http://schemas.microsoft.com/office/drawing/2014/main" id="{D9599769-FD74-634A-7C41-9103791312E7}"/>
                </a:ext>
              </a:extLst>
            </p:cNvPr>
            <p:cNvSpPr/>
            <p:nvPr/>
          </p:nvSpPr>
          <p:spPr>
            <a:xfrm>
              <a:off x="15796751" y="4935965"/>
              <a:ext cx="58999" cy="57753"/>
            </a:xfrm>
            <a:prstGeom prst="rect">
              <a:avLst/>
            </a:prstGeom>
            <a:solidFill>
              <a:srgbClr val="BED7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8" name="attn_heatmap_0_11">
              <a:extLst>
                <a:ext uri="{FF2B5EF4-FFF2-40B4-BE49-F238E27FC236}">
                  <a16:creationId xmlns:a16="http://schemas.microsoft.com/office/drawing/2014/main" id="{C638D17C-2732-8617-CA2F-9AA4C21A5EA9}"/>
                </a:ext>
              </a:extLst>
            </p:cNvPr>
            <p:cNvSpPr/>
            <p:nvPr/>
          </p:nvSpPr>
          <p:spPr>
            <a:xfrm>
              <a:off x="15855748" y="4935965"/>
              <a:ext cx="59000" cy="57753"/>
            </a:xfrm>
            <a:prstGeom prst="rect">
              <a:avLst/>
            </a:prstGeom>
            <a:solidFill>
              <a:srgbClr val="D7E14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9" name="attn_heatmap_0_12">
              <a:extLst>
                <a:ext uri="{FF2B5EF4-FFF2-40B4-BE49-F238E27FC236}">
                  <a16:creationId xmlns:a16="http://schemas.microsoft.com/office/drawing/2014/main" id="{2EDBCE5E-61A3-C4EB-886B-E86198A0B0EC}"/>
                </a:ext>
              </a:extLst>
            </p:cNvPr>
            <p:cNvSpPr/>
            <p:nvPr/>
          </p:nvSpPr>
          <p:spPr>
            <a:xfrm>
              <a:off x="15914748" y="4935965"/>
              <a:ext cx="58999" cy="57753"/>
            </a:xfrm>
            <a:prstGeom prst="rect">
              <a:avLst/>
            </a:prstGeom>
            <a:solidFill>
              <a:srgbClr val="C0DF4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0" name="attn_heatmap_0_13">
              <a:extLst>
                <a:ext uri="{FF2B5EF4-FFF2-40B4-BE49-F238E27FC236}">
                  <a16:creationId xmlns:a16="http://schemas.microsoft.com/office/drawing/2014/main" id="{D73F3948-572F-35F9-1F44-36591B925D1E}"/>
                </a:ext>
              </a:extLst>
            </p:cNvPr>
            <p:cNvSpPr/>
            <p:nvPr/>
          </p:nvSpPr>
          <p:spPr>
            <a:xfrm>
              <a:off x="15973747" y="4935965"/>
              <a:ext cx="59000" cy="57753"/>
            </a:xfrm>
            <a:prstGeom prst="rect">
              <a:avLst/>
            </a:prstGeom>
            <a:solidFill>
              <a:srgbClr val="9ED44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1" name="attn_heatmap_0_14">
              <a:extLst>
                <a:ext uri="{FF2B5EF4-FFF2-40B4-BE49-F238E27FC236}">
                  <a16:creationId xmlns:a16="http://schemas.microsoft.com/office/drawing/2014/main" id="{D3C8EA2E-EA74-3D64-90CD-A90D89CDD55B}"/>
                </a:ext>
              </a:extLst>
            </p:cNvPr>
            <p:cNvSpPr/>
            <p:nvPr/>
          </p:nvSpPr>
          <p:spPr>
            <a:xfrm>
              <a:off x="16032745" y="4935965"/>
              <a:ext cx="59000" cy="57753"/>
            </a:xfrm>
            <a:prstGeom prst="rect">
              <a:avLst/>
            </a:prstGeom>
            <a:solidFill>
              <a:srgbClr val="D1DE4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2" name="attn_heatmap_0_15">
              <a:extLst>
                <a:ext uri="{FF2B5EF4-FFF2-40B4-BE49-F238E27FC236}">
                  <a16:creationId xmlns:a16="http://schemas.microsoft.com/office/drawing/2014/main" id="{F237A9BE-4994-4D1D-FB01-CB68A56673E3}"/>
                </a:ext>
              </a:extLst>
            </p:cNvPr>
            <p:cNvSpPr/>
            <p:nvPr/>
          </p:nvSpPr>
          <p:spPr>
            <a:xfrm>
              <a:off x="16091745" y="4935965"/>
              <a:ext cx="58999" cy="57753"/>
            </a:xfrm>
            <a:prstGeom prst="rect">
              <a:avLst/>
            </a:prstGeom>
            <a:solidFill>
              <a:srgbClr val="C0DC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3" name="attn_heatmap_0_16">
              <a:extLst>
                <a:ext uri="{FF2B5EF4-FFF2-40B4-BE49-F238E27FC236}">
                  <a16:creationId xmlns:a16="http://schemas.microsoft.com/office/drawing/2014/main" id="{A4610489-995E-3769-401D-49523C24A289}"/>
                </a:ext>
              </a:extLst>
            </p:cNvPr>
            <p:cNvSpPr/>
            <p:nvPr/>
          </p:nvSpPr>
          <p:spPr>
            <a:xfrm>
              <a:off x="16150744" y="4935965"/>
              <a:ext cx="59000" cy="57753"/>
            </a:xfrm>
            <a:prstGeom prst="rect">
              <a:avLst/>
            </a:prstGeom>
            <a:solidFill>
              <a:srgbClr val="C9DB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4" name="attn_heatmap_0_17">
              <a:extLst>
                <a:ext uri="{FF2B5EF4-FFF2-40B4-BE49-F238E27FC236}">
                  <a16:creationId xmlns:a16="http://schemas.microsoft.com/office/drawing/2014/main" id="{557D9743-9B81-5ED2-77FC-0EC2D3A36345}"/>
                </a:ext>
              </a:extLst>
            </p:cNvPr>
            <p:cNvSpPr/>
            <p:nvPr/>
          </p:nvSpPr>
          <p:spPr>
            <a:xfrm>
              <a:off x="16209742" y="4935965"/>
              <a:ext cx="59000" cy="57753"/>
            </a:xfrm>
            <a:prstGeom prst="rect">
              <a:avLst/>
            </a:prstGeom>
            <a:solidFill>
              <a:srgbClr val="D1DE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5" name="attn_heatmap_0_18">
              <a:extLst>
                <a:ext uri="{FF2B5EF4-FFF2-40B4-BE49-F238E27FC236}">
                  <a16:creationId xmlns:a16="http://schemas.microsoft.com/office/drawing/2014/main" id="{C7CFFA0D-5A39-99A1-221B-6C0D6F2470B9}"/>
                </a:ext>
              </a:extLst>
            </p:cNvPr>
            <p:cNvSpPr/>
            <p:nvPr/>
          </p:nvSpPr>
          <p:spPr>
            <a:xfrm>
              <a:off x="16268742" y="4935965"/>
              <a:ext cx="58999" cy="57753"/>
            </a:xfrm>
            <a:prstGeom prst="rect">
              <a:avLst/>
            </a:prstGeom>
            <a:solidFill>
              <a:srgbClr val="92D35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6" name="attn_heatmap_0_19">
              <a:extLst>
                <a:ext uri="{FF2B5EF4-FFF2-40B4-BE49-F238E27FC236}">
                  <a16:creationId xmlns:a16="http://schemas.microsoft.com/office/drawing/2014/main" id="{79CE3F3D-6FDE-82B7-153C-D9CEAD13961B}"/>
                </a:ext>
              </a:extLst>
            </p:cNvPr>
            <p:cNvSpPr/>
            <p:nvPr/>
          </p:nvSpPr>
          <p:spPr>
            <a:xfrm>
              <a:off x="16327740" y="4935965"/>
              <a:ext cx="58999" cy="57753"/>
            </a:xfrm>
            <a:prstGeom prst="rect">
              <a:avLst/>
            </a:prstGeom>
            <a:solidFill>
              <a:srgbClr val="D5E14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7" name="attn_heatmap_0_20">
              <a:extLst>
                <a:ext uri="{FF2B5EF4-FFF2-40B4-BE49-F238E27FC236}">
                  <a16:creationId xmlns:a16="http://schemas.microsoft.com/office/drawing/2014/main" id="{C5B3A46A-1F83-75AF-9034-ADA1AEEB2684}"/>
                </a:ext>
              </a:extLst>
            </p:cNvPr>
            <p:cNvSpPr/>
            <p:nvPr/>
          </p:nvSpPr>
          <p:spPr>
            <a:xfrm>
              <a:off x="16386739" y="4935965"/>
              <a:ext cx="59000" cy="57753"/>
            </a:xfrm>
            <a:prstGeom prst="rect">
              <a:avLst/>
            </a:prstGeom>
            <a:solidFill>
              <a:srgbClr val="6BC26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8" name="attn_heatmap_0_21">
              <a:extLst>
                <a:ext uri="{FF2B5EF4-FFF2-40B4-BE49-F238E27FC236}">
                  <a16:creationId xmlns:a16="http://schemas.microsoft.com/office/drawing/2014/main" id="{BD5DC188-95CE-6834-0E52-04666F3147F7}"/>
                </a:ext>
              </a:extLst>
            </p:cNvPr>
            <p:cNvSpPr/>
            <p:nvPr/>
          </p:nvSpPr>
          <p:spPr>
            <a:xfrm>
              <a:off x="16445739" y="4935965"/>
              <a:ext cx="58999" cy="57753"/>
            </a:xfrm>
            <a:prstGeom prst="rect">
              <a:avLst/>
            </a:prstGeom>
            <a:solidFill>
              <a:srgbClr val="D3E04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9" name="attn_heatmap_0_22">
              <a:extLst>
                <a:ext uri="{FF2B5EF4-FFF2-40B4-BE49-F238E27FC236}">
                  <a16:creationId xmlns:a16="http://schemas.microsoft.com/office/drawing/2014/main" id="{040701B3-0610-BC0A-F740-7FCBAEA73AFB}"/>
                </a:ext>
              </a:extLst>
            </p:cNvPr>
            <p:cNvSpPr/>
            <p:nvPr/>
          </p:nvSpPr>
          <p:spPr>
            <a:xfrm>
              <a:off x="16504737" y="4935965"/>
              <a:ext cx="58999" cy="57753"/>
            </a:xfrm>
            <a:prstGeom prst="rect">
              <a:avLst/>
            </a:prstGeom>
            <a:solidFill>
              <a:srgbClr val="BBDB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0" name="attn_heatmap_0_23">
              <a:extLst>
                <a:ext uri="{FF2B5EF4-FFF2-40B4-BE49-F238E27FC236}">
                  <a16:creationId xmlns:a16="http://schemas.microsoft.com/office/drawing/2014/main" id="{09B822F3-99BF-83B8-0FFF-4B5808FA4E3F}"/>
                </a:ext>
              </a:extLst>
            </p:cNvPr>
            <p:cNvSpPr/>
            <p:nvPr/>
          </p:nvSpPr>
          <p:spPr>
            <a:xfrm>
              <a:off x="16563736" y="4935965"/>
              <a:ext cx="59000" cy="57753"/>
            </a:xfrm>
            <a:prstGeom prst="rect">
              <a:avLst/>
            </a:prstGeom>
            <a:solidFill>
              <a:srgbClr val="BDDB4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1" name="attn_heatmap_1_0">
              <a:extLst>
                <a:ext uri="{FF2B5EF4-FFF2-40B4-BE49-F238E27FC236}">
                  <a16:creationId xmlns:a16="http://schemas.microsoft.com/office/drawing/2014/main" id="{D5F7098B-6758-92E8-97A1-0C334B8A3E8E}"/>
                </a:ext>
              </a:extLst>
            </p:cNvPr>
            <p:cNvSpPr/>
            <p:nvPr/>
          </p:nvSpPr>
          <p:spPr>
            <a:xfrm>
              <a:off x="15206762" y="4993718"/>
              <a:ext cx="58999" cy="57752"/>
            </a:xfrm>
            <a:prstGeom prst="rect">
              <a:avLst/>
            </a:prstGeom>
            <a:solidFill>
              <a:srgbClr val="A5DB4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2" name="attn_heatmap_1_1">
              <a:extLst>
                <a:ext uri="{FF2B5EF4-FFF2-40B4-BE49-F238E27FC236}">
                  <a16:creationId xmlns:a16="http://schemas.microsoft.com/office/drawing/2014/main" id="{DCE0DA56-710C-86BE-BC1E-3CEB05408D27}"/>
                </a:ext>
              </a:extLst>
            </p:cNvPr>
            <p:cNvSpPr/>
            <p:nvPr/>
          </p:nvSpPr>
          <p:spPr>
            <a:xfrm>
              <a:off x="15265760" y="4993718"/>
              <a:ext cx="58999" cy="57752"/>
            </a:xfrm>
            <a:prstGeom prst="rect">
              <a:avLst/>
            </a:prstGeom>
            <a:solidFill>
              <a:srgbClr val="CDE5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3" name="attn_heatmap_1_2">
              <a:extLst>
                <a:ext uri="{FF2B5EF4-FFF2-40B4-BE49-F238E27FC236}">
                  <a16:creationId xmlns:a16="http://schemas.microsoft.com/office/drawing/2014/main" id="{5DAD581E-8716-D68F-4622-5FF4FB1802DF}"/>
                </a:ext>
              </a:extLst>
            </p:cNvPr>
            <p:cNvSpPr/>
            <p:nvPr/>
          </p:nvSpPr>
          <p:spPr>
            <a:xfrm>
              <a:off x="15324759" y="4993718"/>
              <a:ext cx="59000" cy="57752"/>
            </a:xfrm>
            <a:prstGeom prst="rect">
              <a:avLst/>
            </a:prstGeom>
            <a:solidFill>
              <a:srgbClr val="B2E2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4" name="attn_heatmap_1_3">
              <a:extLst>
                <a:ext uri="{FF2B5EF4-FFF2-40B4-BE49-F238E27FC236}">
                  <a16:creationId xmlns:a16="http://schemas.microsoft.com/office/drawing/2014/main" id="{7C4B15FE-BD60-FC0E-EF2B-0B05283C99C0}"/>
                </a:ext>
              </a:extLst>
            </p:cNvPr>
            <p:cNvSpPr/>
            <p:nvPr/>
          </p:nvSpPr>
          <p:spPr>
            <a:xfrm>
              <a:off x="15383759" y="4993718"/>
              <a:ext cx="58999" cy="57752"/>
            </a:xfrm>
            <a:prstGeom prst="rect">
              <a:avLst/>
            </a:prstGeom>
            <a:solidFill>
              <a:srgbClr val="BFE03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5" name="attn_heatmap_1_4">
              <a:extLst>
                <a:ext uri="{FF2B5EF4-FFF2-40B4-BE49-F238E27FC236}">
                  <a16:creationId xmlns:a16="http://schemas.microsoft.com/office/drawing/2014/main" id="{A36F683F-0B95-2DC8-44B1-A785200194F2}"/>
                </a:ext>
              </a:extLst>
            </p:cNvPr>
            <p:cNvSpPr/>
            <p:nvPr/>
          </p:nvSpPr>
          <p:spPr>
            <a:xfrm>
              <a:off x="15442757" y="4993718"/>
              <a:ext cx="58999" cy="57752"/>
            </a:xfrm>
            <a:prstGeom prst="rect">
              <a:avLst/>
            </a:prstGeom>
            <a:solidFill>
              <a:srgbClr val="99D84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6" name="attn_heatmap_1_5">
              <a:extLst>
                <a:ext uri="{FF2B5EF4-FFF2-40B4-BE49-F238E27FC236}">
                  <a16:creationId xmlns:a16="http://schemas.microsoft.com/office/drawing/2014/main" id="{4FA9208A-FCF4-DB83-C9F4-E7BF1BCAF9FA}"/>
                </a:ext>
              </a:extLst>
            </p:cNvPr>
            <p:cNvSpPr/>
            <p:nvPr/>
          </p:nvSpPr>
          <p:spPr>
            <a:xfrm>
              <a:off x="15501756" y="4993718"/>
              <a:ext cx="59000" cy="57752"/>
            </a:xfrm>
            <a:prstGeom prst="rect">
              <a:avLst/>
            </a:prstGeom>
            <a:solidFill>
              <a:srgbClr val="82D25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attn_heatmap_1_6">
              <a:extLst>
                <a:ext uri="{FF2B5EF4-FFF2-40B4-BE49-F238E27FC236}">
                  <a16:creationId xmlns:a16="http://schemas.microsoft.com/office/drawing/2014/main" id="{8ECF5D23-1CD5-3C88-DAAE-D649FB962178}"/>
                </a:ext>
              </a:extLst>
            </p:cNvPr>
            <p:cNvSpPr/>
            <p:nvPr/>
          </p:nvSpPr>
          <p:spPr>
            <a:xfrm>
              <a:off x="15560754" y="4993718"/>
              <a:ext cx="59000" cy="57752"/>
            </a:xfrm>
            <a:prstGeom prst="rect">
              <a:avLst/>
            </a:prstGeom>
            <a:solidFill>
              <a:srgbClr val="A5DD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attn_heatmap_1_7">
              <a:extLst>
                <a:ext uri="{FF2B5EF4-FFF2-40B4-BE49-F238E27FC236}">
                  <a16:creationId xmlns:a16="http://schemas.microsoft.com/office/drawing/2014/main" id="{1477D7B5-E398-194F-E58D-5CE79DD6FD33}"/>
                </a:ext>
              </a:extLst>
            </p:cNvPr>
            <p:cNvSpPr/>
            <p:nvPr/>
          </p:nvSpPr>
          <p:spPr>
            <a:xfrm>
              <a:off x="15619754" y="4993718"/>
              <a:ext cx="58999" cy="57752"/>
            </a:xfrm>
            <a:prstGeom prst="rect">
              <a:avLst/>
            </a:prstGeom>
            <a:solidFill>
              <a:srgbClr val="BCE0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attn_heatmap_1_8">
              <a:extLst>
                <a:ext uri="{FF2B5EF4-FFF2-40B4-BE49-F238E27FC236}">
                  <a16:creationId xmlns:a16="http://schemas.microsoft.com/office/drawing/2014/main" id="{905B6A87-7234-CD88-8B9B-C8756161B29F}"/>
                </a:ext>
              </a:extLst>
            </p:cNvPr>
            <p:cNvSpPr/>
            <p:nvPr/>
          </p:nvSpPr>
          <p:spPr>
            <a:xfrm>
              <a:off x="15678753" y="4993718"/>
              <a:ext cx="59000" cy="57752"/>
            </a:xfrm>
            <a:prstGeom prst="rect">
              <a:avLst/>
            </a:prstGeom>
            <a:solidFill>
              <a:srgbClr val="BADF3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attn_heatmap_1_9">
              <a:extLst>
                <a:ext uri="{FF2B5EF4-FFF2-40B4-BE49-F238E27FC236}">
                  <a16:creationId xmlns:a16="http://schemas.microsoft.com/office/drawing/2014/main" id="{5E63603D-C6E2-8E06-4BE3-3B0970A21FA4}"/>
                </a:ext>
              </a:extLst>
            </p:cNvPr>
            <p:cNvSpPr/>
            <p:nvPr/>
          </p:nvSpPr>
          <p:spPr>
            <a:xfrm>
              <a:off x="15737751" y="4993718"/>
              <a:ext cx="59000" cy="57752"/>
            </a:xfrm>
            <a:prstGeom prst="rect">
              <a:avLst/>
            </a:prstGeom>
            <a:solidFill>
              <a:srgbClr val="B4E0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1" name="attn_heatmap_1_10">
              <a:extLst>
                <a:ext uri="{FF2B5EF4-FFF2-40B4-BE49-F238E27FC236}">
                  <a16:creationId xmlns:a16="http://schemas.microsoft.com/office/drawing/2014/main" id="{0C903765-7A9E-9D3F-5D0B-DA485640F5ED}"/>
                </a:ext>
              </a:extLst>
            </p:cNvPr>
            <p:cNvSpPr/>
            <p:nvPr/>
          </p:nvSpPr>
          <p:spPr>
            <a:xfrm>
              <a:off x="15796751" y="4993718"/>
              <a:ext cx="58999" cy="57752"/>
            </a:xfrm>
            <a:prstGeom prst="rect">
              <a:avLst/>
            </a:prstGeom>
            <a:solidFill>
              <a:srgbClr val="C6DF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2" name="attn_heatmap_1_11">
              <a:extLst>
                <a:ext uri="{FF2B5EF4-FFF2-40B4-BE49-F238E27FC236}">
                  <a16:creationId xmlns:a16="http://schemas.microsoft.com/office/drawing/2014/main" id="{4FB15655-EAB9-8A16-FA53-DDB6C2AB35AA}"/>
                </a:ext>
              </a:extLst>
            </p:cNvPr>
            <p:cNvSpPr/>
            <p:nvPr/>
          </p:nvSpPr>
          <p:spPr>
            <a:xfrm>
              <a:off x="15855748" y="4993718"/>
              <a:ext cx="59000" cy="57752"/>
            </a:xfrm>
            <a:prstGeom prst="rect">
              <a:avLst/>
            </a:prstGeom>
            <a:solidFill>
              <a:srgbClr val="B7E1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attn_heatmap_1_12">
              <a:extLst>
                <a:ext uri="{FF2B5EF4-FFF2-40B4-BE49-F238E27FC236}">
                  <a16:creationId xmlns:a16="http://schemas.microsoft.com/office/drawing/2014/main" id="{1FFBD8CD-5744-12B9-8B76-187732B9C456}"/>
                </a:ext>
              </a:extLst>
            </p:cNvPr>
            <p:cNvSpPr/>
            <p:nvPr/>
          </p:nvSpPr>
          <p:spPr>
            <a:xfrm>
              <a:off x="15914748" y="4993718"/>
              <a:ext cx="58999" cy="57752"/>
            </a:xfrm>
            <a:prstGeom prst="rect">
              <a:avLst/>
            </a:prstGeom>
            <a:solidFill>
              <a:srgbClr val="A5DE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4" name="attn_heatmap_1_13">
              <a:extLst>
                <a:ext uri="{FF2B5EF4-FFF2-40B4-BE49-F238E27FC236}">
                  <a16:creationId xmlns:a16="http://schemas.microsoft.com/office/drawing/2014/main" id="{9E6C8BB7-CB0D-C2F7-B837-FC6D70DCA03D}"/>
                </a:ext>
              </a:extLst>
            </p:cNvPr>
            <p:cNvSpPr/>
            <p:nvPr/>
          </p:nvSpPr>
          <p:spPr>
            <a:xfrm>
              <a:off x="15973747" y="4993718"/>
              <a:ext cx="59000" cy="57752"/>
            </a:xfrm>
            <a:prstGeom prst="rect">
              <a:avLst/>
            </a:prstGeom>
            <a:solidFill>
              <a:srgbClr val="96D83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5" name="attn_heatmap_1_14">
              <a:extLst>
                <a:ext uri="{FF2B5EF4-FFF2-40B4-BE49-F238E27FC236}">
                  <a16:creationId xmlns:a16="http://schemas.microsoft.com/office/drawing/2014/main" id="{1958F675-11EB-302F-9E4B-1A10DA7E2B5F}"/>
                </a:ext>
              </a:extLst>
            </p:cNvPr>
            <p:cNvSpPr/>
            <p:nvPr/>
          </p:nvSpPr>
          <p:spPr>
            <a:xfrm>
              <a:off x="16032745" y="4993718"/>
              <a:ext cx="59000" cy="57752"/>
            </a:xfrm>
            <a:prstGeom prst="rect">
              <a:avLst/>
            </a:prstGeom>
            <a:solidFill>
              <a:srgbClr val="B6DE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6" name="attn_heatmap_1_15">
              <a:extLst>
                <a:ext uri="{FF2B5EF4-FFF2-40B4-BE49-F238E27FC236}">
                  <a16:creationId xmlns:a16="http://schemas.microsoft.com/office/drawing/2014/main" id="{1DFF01D9-F6D1-C816-E645-D5DD47A69348}"/>
                </a:ext>
              </a:extLst>
            </p:cNvPr>
            <p:cNvSpPr/>
            <p:nvPr/>
          </p:nvSpPr>
          <p:spPr>
            <a:xfrm>
              <a:off x="16091745" y="4993718"/>
              <a:ext cx="58999" cy="57752"/>
            </a:xfrm>
            <a:prstGeom prst="rect">
              <a:avLst/>
            </a:prstGeom>
            <a:solidFill>
              <a:srgbClr val="CAE1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7" name="attn_heatmap_1_16">
              <a:extLst>
                <a:ext uri="{FF2B5EF4-FFF2-40B4-BE49-F238E27FC236}">
                  <a16:creationId xmlns:a16="http://schemas.microsoft.com/office/drawing/2014/main" id="{22F44C26-9DB1-8F9E-C0CD-1826CF221C06}"/>
                </a:ext>
              </a:extLst>
            </p:cNvPr>
            <p:cNvSpPr/>
            <p:nvPr/>
          </p:nvSpPr>
          <p:spPr>
            <a:xfrm>
              <a:off x="16150744" y="4993718"/>
              <a:ext cx="59000" cy="57752"/>
            </a:xfrm>
            <a:prstGeom prst="rect">
              <a:avLst/>
            </a:prstGeom>
            <a:solidFill>
              <a:srgbClr val="93D3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8" name="attn_heatmap_1_17">
              <a:extLst>
                <a:ext uri="{FF2B5EF4-FFF2-40B4-BE49-F238E27FC236}">
                  <a16:creationId xmlns:a16="http://schemas.microsoft.com/office/drawing/2014/main" id="{A8508366-DF28-CB6E-EE91-2B0B5A121BE9}"/>
                </a:ext>
              </a:extLst>
            </p:cNvPr>
            <p:cNvSpPr/>
            <p:nvPr/>
          </p:nvSpPr>
          <p:spPr>
            <a:xfrm>
              <a:off x="16209742" y="4993718"/>
              <a:ext cx="59000" cy="57752"/>
            </a:xfrm>
            <a:prstGeom prst="rect">
              <a:avLst/>
            </a:prstGeom>
            <a:solidFill>
              <a:srgbClr val="A4DA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9" name="attn_heatmap_1_18">
              <a:extLst>
                <a:ext uri="{FF2B5EF4-FFF2-40B4-BE49-F238E27FC236}">
                  <a16:creationId xmlns:a16="http://schemas.microsoft.com/office/drawing/2014/main" id="{84E9BF4A-8C5B-9DFF-CD29-6894676EFD05}"/>
                </a:ext>
              </a:extLst>
            </p:cNvPr>
            <p:cNvSpPr/>
            <p:nvPr/>
          </p:nvSpPr>
          <p:spPr>
            <a:xfrm>
              <a:off x="16268742" y="4993718"/>
              <a:ext cx="58999" cy="57752"/>
            </a:xfrm>
            <a:prstGeom prst="rect">
              <a:avLst/>
            </a:prstGeom>
            <a:solidFill>
              <a:srgbClr val="79CE5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0" name="attn_heatmap_1_19">
              <a:extLst>
                <a:ext uri="{FF2B5EF4-FFF2-40B4-BE49-F238E27FC236}">
                  <a16:creationId xmlns:a16="http://schemas.microsoft.com/office/drawing/2014/main" id="{754C8720-014D-E804-22C8-57F981DB1ACC}"/>
                </a:ext>
              </a:extLst>
            </p:cNvPr>
            <p:cNvSpPr/>
            <p:nvPr/>
          </p:nvSpPr>
          <p:spPr>
            <a:xfrm>
              <a:off x="16327740" y="4993718"/>
              <a:ext cx="58999" cy="57752"/>
            </a:xfrm>
            <a:prstGeom prst="rect">
              <a:avLst/>
            </a:prstGeom>
            <a:solidFill>
              <a:srgbClr val="BBE0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1" name="attn_heatmap_1_20">
              <a:extLst>
                <a:ext uri="{FF2B5EF4-FFF2-40B4-BE49-F238E27FC236}">
                  <a16:creationId xmlns:a16="http://schemas.microsoft.com/office/drawing/2014/main" id="{C7BD8228-A773-CBB2-131B-DB97B2E15798}"/>
                </a:ext>
              </a:extLst>
            </p:cNvPr>
            <p:cNvSpPr/>
            <p:nvPr/>
          </p:nvSpPr>
          <p:spPr>
            <a:xfrm>
              <a:off x="16386739" y="4993718"/>
              <a:ext cx="59000" cy="57752"/>
            </a:xfrm>
            <a:prstGeom prst="rect">
              <a:avLst/>
            </a:prstGeom>
            <a:solidFill>
              <a:srgbClr val="A7DC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2" name="attn_heatmap_1_21">
              <a:extLst>
                <a:ext uri="{FF2B5EF4-FFF2-40B4-BE49-F238E27FC236}">
                  <a16:creationId xmlns:a16="http://schemas.microsoft.com/office/drawing/2014/main" id="{BB1C0E5A-490F-7187-1060-0EC2A70E11F0}"/>
                </a:ext>
              </a:extLst>
            </p:cNvPr>
            <p:cNvSpPr/>
            <p:nvPr/>
          </p:nvSpPr>
          <p:spPr>
            <a:xfrm>
              <a:off x="16445739" y="4993718"/>
              <a:ext cx="58999" cy="57752"/>
            </a:xfrm>
            <a:prstGeom prst="rect">
              <a:avLst/>
            </a:prstGeom>
            <a:solidFill>
              <a:srgbClr val="BCE03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3" name="attn_heatmap_1_22">
              <a:extLst>
                <a:ext uri="{FF2B5EF4-FFF2-40B4-BE49-F238E27FC236}">
                  <a16:creationId xmlns:a16="http://schemas.microsoft.com/office/drawing/2014/main" id="{8269E620-86C0-7821-38EB-D7FCAE878871}"/>
                </a:ext>
              </a:extLst>
            </p:cNvPr>
            <p:cNvSpPr/>
            <p:nvPr/>
          </p:nvSpPr>
          <p:spPr>
            <a:xfrm>
              <a:off x="16504737" y="4993718"/>
              <a:ext cx="58999" cy="57752"/>
            </a:xfrm>
            <a:prstGeom prst="rect">
              <a:avLst/>
            </a:prstGeom>
            <a:solidFill>
              <a:srgbClr val="B4DC3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4" name="attn_heatmap_1_23">
              <a:extLst>
                <a:ext uri="{FF2B5EF4-FFF2-40B4-BE49-F238E27FC236}">
                  <a16:creationId xmlns:a16="http://schemas.microsoft.com/office/drawing/2014/main" id="{B7089B12-6D12-9CC1-B9AB-8D6AA6A6583C}"/>
                </a:ext>
              </a:extLst>
            </p:cNvPr>
            <p:cNvSpPr/>
            <p:nvPr/>
          </p:nvSpPr>
          <p:spPr>
            <a:xfrm>
              <a:off x="16563736" y="4993718"/>
              <a:ext cx="59000" cy="57752"/>
            </a:xfrm>
            <a:prstGeom prst="rect">
              <a:avLst/>
            </a:prstGeom>
            <a:solidFill>
              <a:srgbClr val="A2DE4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attn_heatmap_2_0">
              <a:extLst>
                <a:ext uri="{FF2B5EF4-FFF2-40B4-BE49-F238E27FC236}">
                  <a16:creationId xmlns:a16="http://schemas.microsoft.com/office/drawing/2014/main" id="{7D90074C-576D-7174-06AE-10C0ADE3F5CC}"/>
                </a:ext>
              </a:extLst>
            </p:cNvPr>
            <p:cNvSpPr/>
            <p:nvPr/>
          </p:nvSpPr>
          <p:spPr>
            <a:xfrm>
              <a:off x="15206762" y="5051470"/>
              <a:ext cx="58999" cy="57753"/>
            </a:xfrm>
            <a:prstGeom prst="rect">
              <a:avLst/>
            </a:prstGeom>
            <a:solidFill>
              <a:srgbClr val="9ED84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attn_heatmap_2_1">
              <a:extLst>
                <a:ext uri="{FF2B5EF4-FFF2-40B4-BE49-F238E27FC236}">
                  <a16:creationId xmlns:a16="http://schemas.microsoft.com/office/drawing/2014/main" id="{C8971F32-919C-6998-EF13-7CA31C5A48C5}"/>
                </a:ext>
              </a:extLst>
            </p:cNvPr>
            <p:cNvSpPr/>
            <p:nvPr/>
          </p:nvSpPr>
          <p:spPr>
            <a:xfrm>
              <a:off x="15265760" y="5051470"/>
              <a:ext cx="58999" cy="57753"/>
            </a:xfrm>
            <a:prstGeom prst="rect">
              <a:avLst/>
            </a:prstGeom>
            <a:solidFill>
              <a:srgbClr val="A5D94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attn_heatmap_2_2">
              <a:extLst>
                <a:ext uri="{FF2B5EF4-FFF2-40B4-BE49-F238E27FC236}">
                  <a16:creationId xmlns:a16="http://schemas.microsoft.com/office/drawing/2014/main" id="{0D4423B3-7E34-B65E-983C-17A41B7CA6DC}"/>
                </a:ext>
              </a:extLst>
            </p:cNvPr>
            <p:cNvSpPr/>
            <p:nvPr/>
          </p:nvSpPr>
          <p:spPr>
            <a:xfrm>
              <a:off x="15324759" y="5051470"/>
              <a:ext cx="59000" cy="57753"/>
            </a:xfrm>
            <a:prstGeom prst="rect">
              <a:avLst/>
            </a:prstGeom>
            <a:solidFill>
              <a:srgbClr val="F5E6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attn_heatmap_2_3">
              <a:extLst>
                <a:ext uri="{FF2B5EF4-FFF2-40B4-BE49-F238E27FC236}">
                  <a16:creationId xmlns:a16="http://schemas.microsoft.com/office/drawing/2014/main" id="{ABDD5551-561D-8F2D-4526-4DC61F0DDA7F}"/>
                </a:ext>
              </a:extLst>
            </p:cNvPr>
            <p:cNvSpPr/>
            <p:nvPr/>
          </p:nvSpPr>
          <p:spPr>
            <a:xfrm>
              <a:off x="15383759" y="5051470"/>
              <a:ext cx="58999" cy="57753"/>
            </a:xfrm>
            <a:prstGeom prst="rect">
              <a:avLst/>
            </a:prstGeom>
            <a:solidFill>
              <a:srgbClr val="BBE0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9" name="attn_heatmap_2_4">
              <a:extLst>
                <a:ext uri="{FF2B5EF4-FFF2-40B4-BE49-F238E27FC236}">
                  <a16:creationId xmlns:a16="http://schemas.microsoft.com/office/drawing/2014/main" id="{40EFA963-14FA-D7EF-89C9-FA8D14EB75B3}"/>
                </a:ext>
              </a:extLst>
            </p:cNvPr>
            <p:cNvSpPr/>
            <p:nvPr/>
          </p:nvSpPr>
          <p:spPr>
            <a:xfrm>
              <a:off x="15442757" y="5051470"/>
              <a:ext cx="58999" cy="57753"/>
            </a:xfrm>
            <a:prstGeom prst="rect">
              <a:avLst/>
            </a:prstGeom>
            <a:solidFill>
              <a:srgbClr val="A2D7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0" name="attn_heatmap_2_5">
              <a:extLst>
                <a:ext uri="{FF2B5EF4-FFF2-40B4-BE49-F238E27FC236}">
                  <a16:creationId xmlns:a16="http://schemas.microsoft.com/office/drawing/2014/main" id="{DA85AC3C-D23E-2FF0-4F38-C5F216CA4F6F}"/>
                </a:ext>
              </a:extLst>
            </p:cNvPr>
            <p:cNvSpPr/>
            <p:nvPr/>
          </p:nvSpPr>
          <p:spPr>
            <a:xfrm>
              <a:off x="15501756" y="5051470"/>
              <a:ext cx="59000" cy="57753"/>
            </a:xfrm>
            <a:prstGeom prst="rect">
              <a:avLst/>
            </a:prstGeom>
            <a:solidFill>
              <a:srgbClr val="98D43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1" name="attn_heatmap_2_6">
              <a:extLst>
                <a:ext uri="{FF2B5EF4-FFF2-40B4-BE49-F238E27FC236}">
                  <a16:creationId xmlns:a16="http://schemas.microsoft.com/office/drawing/2014/main" id="{5D7EF169-0513-4CD1-4C3C-74381451218E}"/>
                </a:ext>
              </a:extLst>
            </p:cNvPr>
            <p:cNvSpPr/>
            <p:nvPr/>
          </p:nvSpPr>
          <p:spPr>
            <a:xfrm>
              <a:off x="15560754" y="5051470"/>
              <a:ext cx="59000" cy="57753"/>
            </a:xfrm>
            <a:prstGeom prst="rect">
              <a:avLst/>
            </a:prstGeom>
            <a:solidFill>
              <a:srgbClr val="B0DB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2" name="attn_heatmap_2_7">
              <a:extLst>
                <a:ext uri="{FF2B5EF4-FFF2-40B4-BE49-F238E27FC236}">
                  <a16:creationId xmlns:a16="http://schemas.microsoft.com/office/drawing/2014/main" id="{A94DEC86-6B33-60BE-A496-8239916757F8}"/>
                </a:ext>
              </a:extLst>
            </p:cNvPr>
            <p:cNvSpPr/>
            <p:nvPr/>
          </p:nvSpPr>
          <p:spPr>
            <a:xfrm>
              <a:off x="15619754" y="5051470"/>
              <a:ext cx="58999" cy="57753"/>
            </a:xfrm>
            <a:prstGeom prst="rect">
              <a:avLst/>
            </a:prstGeom>
            <a:solidFill>
              <a:srgbClr val="B9DD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3" name="attn_heatmap_2_8">
              <a:extLst>
                <a:ext uri="{FF2B5EF4-FFF2-40B4-BE49-F238E27FC236}">
                  <a16:creationId xmlns:a16="http://schemas.microsoft.com/office/drawing/2014/main" id="{85FDE5B2-518B-C79B-DE89-A6D7B3C160AC}"/>
                </a:ext>
              </a:extLst>
            </p:cNvPr>
            <p:cNvSpPr/>
            <p:nvPr/>
          </p:nvSpPr>
          <p:spPr>
            <a:xfrm>
              <a:off x="15678753" y="5051470"/>
              <a:ext cx="59000" cy="57753"/>
            </a:xfrm>
            <a:prstGeom prst="rect">
              <a:avLst/>
            </a:prstGeom>
            <a:solidFill>
              <a:srgbClr val="B2DD2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4" name="attn_heatmap_2_9">
              <a:extLst>
                <a:ext uri="{FF2B5EF4-FFF2-40B4-BE49-F238E27FC236}">
                  <a16:creationId xmlns:a16="http://schemas.microsoft.com/office/drawing/2014/main" id="{519D8DAC-E984-31A5-EE38-BBD39ED1239C}"/>
                </a:ext>
              </a:extLst>
            </p:cNvPr>
            <p:cNvSpPr/>
            <p:nvPr/>
          </p:nvSpPr>
          <p:spPr>
            <a:xfrm>
              <a:off x="15737751" y="5051470"/>
              <a:ext cx="59000" cy="57753"/>
            </a:xfrm>
            <a:prstGeom prst="rect">
              <a:avLst/>
            </a:prstGeom>
            <a:solidFill>
              <a:srgbClr val="BADC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5" name="attn_heatmap_2_10">
              <a:extLst>
                <a:ext uri="{FF2B5EF4-FFF2-40B4-BE49-F238E27FC236}">
                  <a16:creationId xmlns:a16="http://schemas.microsoft.com/office/drawing/2014/main" id="{190F13A6-A5BF-43EF-5338-D17E707D9E9B}"/>
                </a:ext>
              </a:extLst>
            </p:cNvPr>
            <p:cNvSpPr/>
            <p:nvPr/>
          </p:nvSpPr>
          <p:spPr>
            <a:xfrm>
              <a:off x="15796751" y="5051470"/>
              <a:ext cx="58999" cy="57753"/>
            </a:xfrm>
            <a:prstGeom prst="rect">
              <a:avLst/>
            </a:prstGeom>
            <a:solidFill>
              <a:srgbClr val="BADE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6" name="attn_heatmap_2_11">
              <a:extLst>
                <a:ext uri="{FF2B5EF4-FFF2-40B4-BE49-F238E27FC236}">
                  <a16:creationId xmlns:a16="http://schemas.microsoft.com/office/drawing/2014/main" id="{E3CEEB67-DD87-34E9-DE63-3502CB68AFF2}"/>
                </a:ext>
              </a:extLst>
            </p:cNvPr>
            <p:cNvSpPr/>
            <p:nvPr/>
          </p:nvSpPr>
          <p:spPr>
            <a:xfrm>
              <a:off x="15855748" y="5051470"/>
              <a:ext cx="59000" cy="57753"/>
            </a:xfrm>
            <a:prstGeom prst="rect">
              <a:avLst/>
            </a:prstGeom>
            <a:solidFill>
              <a:srgbClr val="BFDD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7" name="attn_heatmap_2_12">
              <a:extLst>
                <a:ext uri="{FF2B5EF4-FFF2-40B4-BE49-F238E27FC236}">
                  <a16:creationId xmlns:a16="http://schemas.microsoft.com/office/drawing/2014/main" id="{AF151564-B81E-3675-C842-A8061383ABFE}"/>
                </a:ext>
              </a:extLst>
            </p:cNvPr>
            <p:cNvSpPr/>
            <p:nvPr/>
          </p:nvSpPr>
          <p:spPr>
            <a:xfrm>
              <a:off x="15914748" y="5051470"/>
              <a:ext cx="58999" cy="57753"/>
            </a:xfrm>
            <a:prstGeom prst="rect">
              <a:avLst/>
            </a:prstGeom>
            <a:solidFill>
              <a:srgbClr val="AFDC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8" name="attn_heatmap_2_13">
              <a:extLst>
                <a:ext uri="{FF2B5EF4-FFF2-40B4-BE49-F238E27FC236}">
                  <a16:creationId xmlns:a16="http://schemas.microsoft.com/office/drawing/2014/main" id="{E49C3B38-B857-E2E5-83B1-8385161C62DE}"/>
                </a:ext>
              </a:extLst>
            </p:cNvPr>
            <p:cNvSpPr/>
            <p:nvPr/>
          </p:nvSpPr>
          <p:spPr>
            <a:xfrm>
              <a:off x="15973747" y="5051470"/>
              <a:ext cx="59000" cy="57753"/>
            </a:xfrm>
            <a:prstGeom prst="rect">
              <a:avLst/>
            </a:prstGeom>
            <a:solidFill>
              <a:srgbClr val="9DD5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9" name="attn_heatmap_2_14">
              <a:extLst>
                <a:ext uri="{FF2B5EF4-FFF2-40B4-BE49-F238E27FC236}">
                  <a16:creationId xmlns:a16="http://schemas.microsoft.com/office/drawing/2014/main" id="{E01A3617-197D-3C6C-8FB0-ABDD7E948A8C}"/>
                </a:ext>
              </a:extLst>
            </p:cNvPr>
            <p:cNvSpPr/>
            <p:nvPr/>
          </p:nvSpPr>
          <p:spPr>
            <a:xfrm>
              <a:off x="16032745" y="5051470"/>
              <a:ext cx="59000" cy="57753"/>
            </a:xfrm>
            <a:prstGeom prst="rect">
              <a:avLst/>
            </a:prstGeom>
            <a:solidFill>
              <a:srgbClr val="B3DC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0" name="attn_heatmap_2_15">
              <a:extLst>
                <a:ext uri="{FF2B5EF4-FFF2-40B4-BE49-F238E27FC236}">
                  <a16:creationId xmlns:a16="http://schemas.microsoft.com/office/drawing/2014/main" id="{B02E30B8-CFF7-7E4F-F401-8B099A702C21}"/>
                </a:ext>
              </a:extLst>
            </p:cNvPr>
            <p:cNvSpPr/>
            <p:nvPr/>
          </p:nvSpPr>
          <p:spPr>
            <a:xfrm>
              <a:off x="16091745" y="5051470"/>
              <a:ext cx="58999" cy="57753"/>
            </a:xfrm>
            <a:prstGeom prst="rect">
              <a:avLst/>
            </a:prstGeom>
            <a:solidFill>
              <a:srgbClr val="C9DE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1" name="attn_heatmap_2_16">
              <a:extLst>
                <a:ext uri="{FF2B5EF4-FFF2-40B4-BE49-F238E27FC236}">
                  <a16:creationId xmlns:a16="http://schemas.microsoft.com/office/drawing/2014/main" id="{709D0E96-8724-3C9E-55EE-2C3ADE995E8D}"/>
                </a:ext>
              </a:extLst>
            </p:cNvPr>
            <p:cNvSpPr/>
            <p:nvPr/>
          </p:nvSpPr>
          <p:spPr>
            <a:xfrm>
              <a:off x="16150744" y="5051470"/>
              <a:ext cx="59000" cy="57753"/>
            </a:xfrm>
            <a:prstGeom prst="rect">
              <a:avLst/>
            </a:prstGeom>
            <a:solidFill>
              <a:srgbClr val="90D24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2" name="attn_heatmap_2_17">
              <a:extLst>
                <a:ext uri="{FF2B5EF4-FFF2-40B4-BE49-F238E27FC236}">
                  <a16:creationId xmlns:a16="http://schemas.microsoft.com/office/drawing/2014/main" id="{809BE639-B91D-4C37-7657-F1DABDE10A9B}"/>
                </a:ext>
              </a:extLst>
            </p:cNvPr>
            <p:cNvSpPr/>
            <p:nvPr/>
          </p:nvSpPr>
          <p:spPr>
            <a:xfrm>
              <a:off x="16209742" y="5051470"/>
              <a:ext cx="59000" cy="57753"/>
            </a:xfrm>
            <a:prstGeom prst="rect">
              <a:avLst/>
            </a:prstGeom>
            <a:solidFill>
              <a:srgbClr val="A9D9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3" name="attn_heatmap_2_18">
              <a:extLst>
                <a:ext uri="{FF2B5EF4-FFF2-40B4-BE49-F238E27FC236}">
                  <a16:creationId xmlns:a16="http://schemas.microsoft.com/office/drawing/2014/main" id="{42A7D93D-9A8D-2A23-522B-E44CED086E52}"/>
                </a:ext>
              </a:extLst>
            </p:cNvPr>
            <p:cNvSpPr/>
            <p:nvPr/>
          </p:nvSpPr>
          <p:spPr>
            <a:xfrm>
              <a:off x="16268742" y="5051470"/>
              <a:ext cx="58999" cy="57753"/>
            </a:xfrm>
            <a:prstGeom prst="rect">
              <a:avLst/>
            </a:prstGeom>
            <a:solidFill>
              <a:srgbClr val="6CCB5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4" name="attn_heatmap_2_19">
              <a:extLst>
                <a:ext uri="{FF2B5EF4-FFF2-40B4-BE49-F238E27FC236}">
                  <a16:creationId xmlns:a16="http://schemas.microsoft.com/office/drawing/2014/main" id="{D72542A7-96B3-B08C-E6AC-B9AC12D95D85}"/>
                </a:ext>
              </a:extLst>
            </p:cNvPr>
            <p:cNvSpPr/>
            <p:nvPr/>
          </p:nvSpPr>
          <p:spPr>
            <a:xfrm>
              <a:off x="16327740" y="5051470"/>
              <a:ext cx="58999" cy="57753"/>
            </a:xfrm>
            <a:prstGeom prst="rect">
              <a:avLst/>
            </a:prstGeom>
            <a:solidFill>
              <a:srgbClr val="B6DC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5" name="attn_heatmap_2_20">
              <a:extLst>
                <a:ext uri="{FF2B5EF4-FFF2-40B4-BE49-F238E27FC236}">
                  <a16:creationId xmlns:a16="http://schemas.microsoft.com/office/drawing/2014/main" id="{C07A68B2-5D32-6EE0-3F3C-721A3483018F}"/>
                </a:ext>
              </a:extLst>
            </p:cNvPr>
            <p:cNvSpPr/>
            <p:nvPr/>
          </p:nvSpPr>
          <p:spPr>
            <a:xfrm>
              <a:off x="16386739" y="5051470"/>
              <a:ext cx="59000" cy="57753"/>
            </a:xfrm>
            <a:prstGeom prst="rect">
              <a:avLst/>
            </a:prstGeom>
            <a:solidFill>
              <a:srgbClr val="66C45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6" name="attn_heatmap_2_21">
              <a:extLst>
                <a:ext uri="{FF2B5EF4-FFF2-40B4-BE49-F238E27FC236}">
                  <a16:creationId xmlns:a16="http://schemas.microsoft.com/office/drawing/2014/main" id="{9EA16098-E457-D625-F24F-00C061A05856}"/>
                </a:ext>
              </a:extLst>
            </p:cNvPr>
            <p:cNvSpPr/>
            <p:nvPr/>
          </p:nvSpPr>
          <p:spPr>
            <a:xfrm>
              <a:off x="16445739" y="5051470"/>
              <a:ext cx="58999" cy="57753"/>
            </a:xfrm>
            <a:prstGeom prst="rect">
              <a:avLst/>
            </a:prstGeom>
            <a:solidFill>
              <a:srgbClr val="BEDD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7" name="attn_heatmap_2_22">
              <a:extLst>
                <a:ext uri="{FF2B5EF4-FFF2-40B4-BE49-F238E27FC236}">
                  <a16:creationId xmlns:a16="http://schemas.microsoft.com/office/drawing/2014/main" id="{9A677AF7-F0E4-B8A2-8EB7-63EB096C58F4}"/>
                </a:ext>
              </a:extLst>
            </p:cNvPr>
            <p:cNvSpPr/>
            <p:nvPr/>
          </p:nvSpPr>
          <p:spPr>
            <a:xfrm>
              <a:off x="16504737" y="5051470"/>
              <a:ext cx="58999" cy="57753"/>
            </a:xfrm>
            <a:prstGeom prst="rect">
              <a:avLst/>
            </a:prstGeom>
            <a:solidFill>
              <a:srgbClr val="B6DC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8" name="attn_heatmap_2_23">
              <a:extLst>
                <a:ext uri="{FF2B5EF4-FFF2-40B4-BE49-F238E27FC236}">
                  <a16:creationId xmlns:a16="http://schemas.microsoft.com/office/drawing/2014/main" id="{902C090B-B8FA-C770-C127-C92909A98223}"/>
                </a:ext>
              </a:extLst>
            </p:cNvPr>
            <p:cNvSpPr/>
            <p:nvPr/>
          </p:nvSpPr>
          <p:spPr>
            <a:xfrm>
              <a:off x="16563736" y="5051470"/>
              <a:ext cx="59000" cy="57753"/>
            </a:xfrm>
            <a:prstGeom prst="rect">
              <a:avLst/>
            </a:prstGeom>
            <a:solidFill>
              <a:srgbClr val="A9DD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9" name="attn_heatmap_3_0">
              <a:extLst>
                <a:ext uri="{FF2B5EF4-FFF2-40B4-BE49-F238E27FC236}">
                  <a16:creationId xmlns:a16="http://schemas.microsoft.com/office/drawing/2014/main" id="{AA6CA940-B7CC-C6FF-4AA1-409252B2EE6D}"/>
                </a:ext>
              </a:extLst>
            </p:cNvPr>
            <p:cNvSpPr/>
            <p:nvPr/>
          </p:nvSpPr>
          <p:spPr>
            <a:xfrm>
              <a:off x="15206762" y="5109223"/>
              <a:ext cx="58999" cy="57752"/>
            </a:xfrm>
            <a:prstGeom prst="rect">
              <a:avLst/>
            </a:prstGeom>
            <a:solidFill>
              <a:srgbClr val="B9DB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0" name="attn_heatmap_3_1">
              <a:extLst>
                <a:ext uri="{FF2B5EF4-FFF2-40B4-BE49-F238E27FC236}">
                  <a16:creationId xmlns:a16="http://schemas.microsoft.com/office/drawing/2014/main" id="{7011C992-DA17-39E1-0F23-A2639F7534B5}"/>
                </a:ext>
              </a:extLst>
            </p:cNvPr>
            <p:cNvSpPr/>
            <p:nvPr/>
          </p:nvSpPr>
          <p:spPr>
            <a:xfrm>
              <a:off x="15265760" y="5109223"/>
              <a:ext cx="58999" cy="57752"/>
            </a:xfrm>
            <a:prstGeom prst="rect">
              <a:avLst/>
            </a:prstGeom>
            <a:solidFill>
              <a:srgbClr val="ACDA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1" name="attn_heatmap_3_2">
              <a:extLst>
                <a:ext uri="{FF2B5EF4-FFF2-40B4-BE49-F238E27FC236}">
                  <a16:creationId xmlns:a16="http://schemas.microsoft.com/office/drawing/2014/main" id="{EB1303AF-BED2-C9A6-408C-C40171345E99}"/>
                </a:ext>
              </a:extLst>
            </p:cNvPr>
            <p:cNvSpPr/>
            <p:nvPr/>
          </p:nvSpPr>
          <p:spPr>
            <a:xfrm>
              <a:off x="15324759" y="5109223"/>
              <a:ext cx="59000" cy="57752"/>
            </a:xfrm>
            <a:prstGeom prst="rect">
              <a:avLst/>
            </a:prstGeom>
            <a:solidFill>
              <a:srgbClr val="B9DE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attn_heatmap_3_3">
              <a:extLst>
                <a:ext uri="{FF2B5EF4-FFF2-40B4-BE49-F238E27FC236}">
                  <a16:creationId xmlns:a16="http://schemas.microsoft.com/office/drawing/2014/main" id="{1D246FCB-85FF-A8C7-5F50-40D891269580}"/>
                </a:ext>
              </a:extLst>
            </p:cNvPr>
            <p:cNvSpPr/>
            <p:nvPr/>
          </p:nvSpPr>
          <p:spPr>
            <a:xfrm>
              <a:off x="15383759" y="5109223"/>
              <a:ext cx="58999" cy="57752"/>
            </a:xfrm>
            <a:prstGeom prst="rect">
              <a:avLst/>
            </a:prstGeom>
            <a:solidFill>
              <a:srgbClr val="ECE2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3" name="attn_heatmap_3_4">
              <a:extLst>
                <a:ext uri="{FF2B5EF4-FFF2-40B4-BE49-F238E27FC236}">
                  <a16:creationId xmlns:a16="http://schemas.microsoft.com/office/drawing/2014/main" id="{88C27C36-FA74-C65A-C55A-2B4DFE7A8A01}"/>
                </a:ext>
              </a:extLst>
            </p:cNvPr>
            <p:cNvSpPr/>
            <p:nvPr/>
          </p:nvSpPr>
          <p:spPr>
            <a:xfrm>
              <a:off x="15442757" y="5109223"/>
              <a:ext cx="58999" cy="57752"/>
            </a:xfrm>
            <a:prstGeom prst="rect">
              <a:avLst/>
            </a:prstGeom>
            <a:solidFill>
              <a:srgbClr val="A5D6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4" name="attn_heatmap_3_5">
              <a:extLst>
                <a:ext uri="{FF2B5EF4-FFF2-40B4-BE49-F238E27FC236}">
                  <a16:creationId xmlns:a16="http://schemas.microsoft.com/office/drawing/2014/main" id="{C3C96449-03AD-9E9B-B79C-772D454DA663}"/>
                </a:ext>
              </a:extLst>
            </p:cNvPr>
            <p:cNvSpPr/>
            <p:nvPr/>
          </p:nvSpPr>
          <p:spPr>
            <a:xfrm>
              <a:off x="15501756" y="5109223"/>
              <a:ext cx="59000" cy="57752"/>
            </a:xfrm>
            <a:prstGeom prst="rect">
              <a:avLst/>
            </a:prstGeom>
            <a:solidFill>
              <a:srgbClr val="8FD1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5" name="attn_heatmap_3_6">
              <a:extLst>
                <a:ext uri="{FF2B5EF4-FFF2-40B4-BE49-F238E27FC236}">
                  <a16:creationId xmlns:a16="http://schemas.microsoft.com/office/drawing/2014/main" id="{681939BC-0836-E933-E7EF-ABA53D0827F6}"/>
                </a:ext>
              </a:extLst>
            </p:cNvPr>
            <p:cNvSpPr/>
            <p:nvPr/>
          </p:nvSpPr>
          <p:spPr>
            <a:xfrm>
              <a:off x="15560754" y="5109223"/>
              <a:ext cx="59000" cy="57752"/>
            </a:xfrm>
            <a:prstGeom prst="rect">
              <a:avLst/>
            </a:prstGeom>
            <a:solidFill>
              <a:srgbClr val="CBDE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6" name="attn_heatmap_3_7">
              <a:extLst>
                <a:ext uri="{FF2B5EF4-FFF2-40B4-BE49-F238E27FC236}">
                  <a16:creationId xmlns:a16="http://schemas.microsoft.com/office/drawing/2014/main" id="{FC08EA4B-155E-1817-DAFD-4A15FCC4A811}"/>
                </a:ext>
              </a:extLst>
            </p:cNvPr>
            <p:cNvSpPr/>
            <p:nvPr/>
          </p:nvSpPr>
          <p:spPr>
            <a:xfrm>
              <a:off x="15619754" y="5109223"/>
              <a:ext cx="58999" cy="57752"/>
            </a:xfrm>
            <a:prstGeom prst="rect">
              <a:avLst/>
            </a:prstGeom>
            <a:solidFill>
              <a:srgbClr val="D2DF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7" name="attn_heatmap_3_8">
              <a:extLst>
                <a:ext uri="{FF2B5EF4-FFF2-40B4-BE49-F238E27FC236}">
                  <a16:creationId xmlns:a16="http://schemas.microsoft.com/office/drawing/2014/main" id="{2046F934-944D-D9DA-F1D4-BF48B7DD3F7B}"/>
                </a:ext>
              </a:extLst>
            </p:cNvPr>
            <p:cNvSpPr/>
            <p:nvPr/>
          </p:nvSpPr>
          <p:spPr>
            <a:xfrm>
              <a:off x="15678753" y="5109223"/>
              <a:ext cx="59000" cy="57752"/>
            </a:xfrm>
            <a:prstGeom prst="rect">
              <a:avLst/>
            </a:prstGeom>
            <a:solidFill>
              <a:srgbClr val="CEDF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8" name="attn_heatmap_3_9">
              <a:extLst>
                <a:ext uri="{FF2B5EF4-FFF2-40B4-BE49-F238E27FC236}">
                  <a16:creationId xmlns:a16="http://schemas.microsoft.com/office/drawing/2014/main" id="{209606CF-6C53-C45E-DC22-A8FA19040021}"/>
                </a:ext>
              </a:extLst>
            </p:cNvPr>
            <p:cNvSpPr/>
            <p:nvPr/>
          </p:nvSpPr>
          <p:spPr>
            <a:xfrm>
              <a:off x="15737751" y="5109223"/>
              <a:ext cx="59000" cy="57752"/>
            </a:xfrm>
            <a:prstGeom prst="rect">
              <a:avLst/>
            </a:prstGeom>
            <a:solidFill>
              <a:srgbClr val="C4DE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9" name="attn_heatmap_3_10">
              <a:extLst>
                <a:ext uri="{FF2B5EF4-FFF2-40B4-BE49-F238E27FC236}">
                  <a16:creationId xmlns:a16="http://schemas.microsoft.com/office/drawing/2014/main" id="{54CEDC26-2407-59B0-CB00-979A769F8F82}"/>
                </a:ext>
              </a:extLst>
            </p:cNvPr>
            <p:cNvSpPr/>
            <p:nvPr/>
          </p:nvSpPr>
          <p:spPr>
            <a:xfrm>
              <a:off x="15796751" y="5109223"/>
              <a:ext cx="58999" cy="57752"/>
            </a:xfrm>
            <a:prstGeom prst="rect">
              <a:avLst/>
            </a:prstGeom>
            <a:solidFill>
              <a:srgbClr val="CDDF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0" name="attn_heatmap_3_11">
              <a:extLst>
                <a:ext uri="{FF2B5EF4-FFF2-40B4-BE49-F238E27FC236}">
                  <a16:creationId xmlns:a16="http://schemas.microsoft.com/office/drawing/2014/main" id="{6AA17E89-2E97-EFA4-02A2-2A9F4C0F8C75}"/>
                </a:ext>
              </a:extLst>
            </p:cNvPr>
            <p:cNvSpPr/>
            <p:nvPr/>
          </p:nvSpPr>
          <p:spPr>
            <a:xfrm>
              <a:off x="15855748" y="5109223"/>
              <a:ext cx="59000" cy="57752"/>
            </a:xfrm>
            <a:prstGeom prst="rect">
              <a:avLst/>
            </a:prstGeom>
            <a:solidFill>
              <a:srgbClr val="CEE0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1" name="attn_heatmap_3_12">
              <a:extLst>
                <a:ext uri="{FF2B5EF4-FFF2-40B4-BE49-F238E27FC236}">
                  <a16:creationId xmlns:a16="http://schemas.microsoft.com/office/drawing/2014/main" id="{0C0D892A-2885-1E69-F03F-8235883A79A6}"/>
                </a:ext>
              </a:extLst>
            </p:cNvPr>
            <p:cNvSpPr/>
            <p:nvPr/>
          </p:nvSpPr>
          <p:spPr>
            <a:xfrm>
              <a:off x="15914748" y="5109223"/>
              <a:ext cx="58999" cy="57752"/>
            </a:xfrm>
            <a:prstGeom prst="rect">
              <a:avLst/>
            </a:prstGeom>
            <a:solidFill>
              <a:srgbClr val="B7DB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2" name="attn_heatmap_3_13">
              <a:extLst>
                <a:ext uri="{FF2B5EF4-FFF2-40B4-BE49-F238E27FC236}">
                  <a16:creationId xmlns:a16="http://schemas.microsoft.com/office/drawing/2014/main" id="{5ECC3562-F7D9-07B8-2093-982EEB11F9EE}"/>
                </a:ext>
              </a:extLst>
            </p:cNvPr>
            <p:cNvSpPr/>
            <p:nvPr/>
          </p:nvSpPr>
          <p:spPr>
            <a:xfrm>
              <a:off x="15973747" y="5109223"/>
              <a:ext cx="59000" cy="57752"/>
            </a:xfrm>
            <a:prstGeom prst="rect">
              <a:avLst/>
            </a:prstGeom>
            <a:solidFill>
              <a:srgbClr val="9BD43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3" name="attn_heatmap_3_14">
              <a:extLst>
                <a:ext uri="{FF2B5EF4-FFF2-40B4-BE49-F238E27FC236}">
                  <a16:creationId xmlns:a16="http://schemas.microsoft.com/office/drawing/2014/main" id="{D14F9B56-5B60-F827-B4D5-7601A0DE7E7C}"/>
                </a:ext>
              </a:extLst>
            </p:cNvPr>
            <p:cNvSpPr/>
            <p:nvPr/>
          </p:nvSpPr>
          <p:spPr>
            <a:xfrm>
              <a:off x="16032745" y="5109223"/>
              <a:ext cx="59000" cy="57752"/>
            </a:xfrm>
            <a:prstGeom prst="rect">
              <a:avLst/>
            </a:prstGeom>
            <a:solidFill>
              <a:srgbClr val="C4DC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4" name="attn_heatmap_3_15">
              <a:extLst>
                <a:ext uri="{FF2B5EF4-FFF2-40B4-BE49-F238E27FC236}">
                  <a16:creationId xmlns:a16="http://schemas.microsoft.com/office/drawing/2014/main" id="{BE492C8C-5F2D-290B-C3B3-FA073C0065E0}"/>
                </a:ext>
              </a:extLst>
            </p:cNvPr>
            <p:cNvSpPr/>
            <p:nvPr/>
          </p:nvSpPr>
          <p:spPr>
            <a:xfrm>
              <a:off x="16091745" y="5109223"/>
              <a:ext cx="58999" cy="57752"/>
            </a:xfrm>
            <a:prstGeom prst="rect">
              <a:avLst/>
            </a:prstGeom>
            <a:solidFill>
              <a:srgbClr val="D5DF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5" name="attn_heatmap_3_16">
              <a:extLst>
                <a:ext uri="{FF2B5EF4-FFF2-40B4-BE49-F238E27FC236}">
                  <a16:creationId xmlns:a16="http://schemas.microsoft.com/office/drawing/2014/main" id="{9C1CA124-32A5-BF86-893C-4537C1627932}"/>
                </a:ext>
              </a:extLst>
            </p:cNvPr>
            <p:cNvSpPr/>
            <p:nvPr/>
          </p:nvSpPr>
          <p:spPr>
            <a:xfrm>
              <a:off x="16150744" y="5109223"/>
              <a:ext cx="59000" cy="57752"/>
            </a:xfrm>
            <a:prstGeom prst="rect">
              <a:avLst/>
            </a:prstGeom>
            <a:solidFill>
              <a:srgbClr val="A3D6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6" name="attn_heatmap_3_17">
              <a:extLst>
                <a:ext uri="{FF2B5EF4-FFF2-40B4-BE49-F238E27FC236}">
                  <a16:creationId xmlns:a16="http://schemas.microsoft.com/office/drawing/2014/main" id="{2A24C26B-D74B-A11D-F5DB-38336B27171E}"/>
                </a:ext>
              </a:extLst>
            </p:cNvPr>
            <p:cNvSpPr/>
            <p:nvPr/>
          </p:nvSpPr>
          <p:spPr>
            <a:xfrm>
              <a:off x="16209742" y="5109223"/>
              <a:ext cx="59000" cy="57752"/>
            </a:xfrm>
            <a:prstGeom prst="rect">
              <a:avLst/>
            </a:prstGeom>
            <a:solidFill>
              <a:srgbClr val="B0DB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7" name="attn_heatmap_3_18">
              <a:extLst>
                <a:ext uri="{FF2B5EF4-FFF2-40B4-BE49-F238E27FC236}">
                  <a16:creationId xmlns:a16="http://schemas.microsoft.com/office/drawing/2014/main" id="{2BBC3822-5487-EF85-F7AF-DD09D8911586}"/>
                </a:ext>
              </a:extLst>
            </p:cNvPr>
            <p:cNvSpPr/>
            <p:nvPr/>
          </p:nvSpPr>
          <p:spPr>
            <a:xfrm>
              <a:off x="16268742" y="5109223"/>
              <a:ext cx="58999" cy="57752"/>
            </a:xfrm>
            <a:prstGeom prst="rect">
              <a:avLst/>
            </a:prstGeom>
            <a:solidFill>
              <a:srgbClr val="89D14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8" name="attn_heatmap_3_19">
              <a:extLst>
                <a:ext uri="{FF2B5EF4-FFF2-40B4-BE49-F238E27FC236}">
                  <a16:creationId xmlns:a16="http://schemas.microsoft.com/office/drawing/2014/main" id="{01B9063F-3EE4-BDBE-3B5E-B90622214C5C}"/>
                </a:ext>
              </a:extLst>
            </p:cNvPr>
            <p:cNvSpPr/>
            <p:nvPr/>
          </p:nvSpPr>
          <p:spPr>
            <a:xfrm>
              <a:off x="16327740" y="5109223"/>
              <a:ext cx="58999" cy="57752"/>
            </a:xfrm>
            <a:prstGeom prst="rect">
              <a:avLst/>
            </a:prstGeom>
            <a:solidFill>
              <a:srgbClr val="CCDF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9" name="attn_heatmap_3_20">
              <a:extLst>
                <a:ext uri="{FF2B5EF4-FFF2-40B4-BE49-F238E27FC236}">
                  <a16:creationId xmlns:a16="http://schemas.microsoft.com/office/drawing/2014/main" id="{FF29D29D-BC1B-3AA7-82C7-B0A75FDC2D63}"/>
                </a:ext>
              </a:extLst>
            </p:cNvPr>
            <p:cNvSpPr/>
            <p:nvPr/>
          </p:nvSpPr>
          <p:spPr>
            <a:xfrm>
              <a:off x="16386739" y="5109223"/>
              <a:ext cx="59000" cy="57752"/>
            </a:xfrm>
            <a:prstGeom prst="rect">
              <a:avLst/>
            </a:prstGeom>
            <a:solidFill>
              <a:srgbClr val="77CE5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0" name="attn_heatmap_3_21">
              <a:extLst>
                <a:ext uri="{FF2B5EF4-FFF2-40B4-BE49-F238E27FC236}">
                  <a16:creationId xmlns:a16="http://schemas.microsoft.com/office/drawing/2014/main" id="{23682AB1-716F-915F-4009-7AFAFA86031A}"/>
                </a:ext>
              </a:extLst>
            </p:cNvPr>
            <p:cNvSpPr/>
            <p:nvPr/>
          </p:nvSpPr>
          <p:spPr>
            <a:xfrm>
              <a:off x="16445739" y="5109223"/>
              <a:ext cx="58999" cy="57752"/>
            </a:xfrm>
            <a:prstGeom prst="rect">
              <a:avLst/>
            </a:prstGeom>
            <a:solidFill>
              <a:srgbClr val="CBDF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1" name="attn_heatmap_3_22">
              <a:extLst>
                <a:ext uri="{FF2B5EF4-FFF2-40B4-BE49-F238E27FC236}">
                  <a16:creationId xmlns:a16="http://schemas.microsoft.com/office/drawing/2014/main" id="{C123C029-03F3-D850-01EE-AAE7A5C1526A}"/>
                </a:ext>
              </a:extLst>
            </p:cNvPr>
            <p:cNvSpPr/>
            <p:nvPr/>
          </p:nvSpPr>
          <p:spPr>
            <a:xfrm>
              <a:off x="16504737" y="5109223"/>
              <a:ext cx="58999" cy="57752"/>
            </a:xfrm>
            <a:prstGeom prst="rect">
              <a:avLst/>
            </a:prstGeom>
            <a:solidFill>
              <a:srgbClr val="B9DC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2" name="attn_heatmap_3_23">
              <a:extLst>
                <a:ext uri="{FF2B5EF4-FFF2-40B4-BE49-F238E27FC236}">
                  <a16:creationId xmlns:a16="http://schemas.microsoft.com/office/drawing/2014/main" id="{49D2AAF2-1099-F624-9F63-F8890F03C9FF}"/>
                </a:ext>
              </a:extLst>
            </p:cNvPr>
            <p:cNvSpPr/>
            <p:nvPr/>
          </p:nvSpPr>
          <p:spPr>
            <a:xfrm>
              <a:off x="16563736" y="5109223"/>
              <a:ext cx="59000" cy="57752"/>
            </a:xfrm>
            <a:prstGeom prst="rect">
              <a:avLst/>
            </a:prstGeom>
            <a:solidFill>
              <a:srgbClr val="B2DB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3" name="attn_heatmap_4_0">
              <a:extLst>
                <a:ext uri="{FF2B5EF4-FFF2-40B4-BE49-F238E27FC236}">
                  <a16:creationId xmlns:a16="http://schemas.microsoft.com/office/drawing/2014/main" id="{82E45EC8-999D-94BB-755E-82E9747FE7F2}"/>
                </a:ext>
              </a:extLst>
            </p:cNvPr>
            <p:cNvSpPr/>
            <p:nvPr/>
          </p:nvSpPr>
          <p:spPr>
            <a:xfrm>
              <a:off x="15206762" y="5166975"/>
              <a:ext cx="58999" cy="57753"/>
            </a:xfrm>
            <a:prstGeom prst="rect">
              <a:avLst/>
            </a:prstGeom>
            <a:solidFill>
              <a:srgbClr val="BDDE3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4" name="attn_heatmap_4_1">
              <a:extLst>
                <a:ext uri="{FF2B5EF4-FFF2-40B4-BE49-F238E27FC236}">
                  <a16:creationId xmlns:a16="http://schemas.microsoft.com/office/drawing/2014/main" id="{B890BD52-37EC-A153-E83C-AF55131B672A}"/>
                </a:ext>
              </a:extLst>
            </p:cNvPr>
            <p:cNvSpPr/>
            <p:nvPr/>
          </p:nvSpPr>
          <p:spPr>
            <a:xfrm>
              <a:off x="15265760" y="5166975"/>
              <a:ext cx="58999" cy="57753"/>
            </a:xfrm>
            <a:prstGeom prst="rect">
              <a:avLst/>
            </a:prstGeom>
            <a:solidFill>
              <a:srgbClr val="8BD14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5" name="attn_heatmap_4_2">
              <a:extLst>
                <a:ext uri="{FF2B5EF4-FFF2-40B4-BE49-F238E27FC236}">
                  <a16:creationId xmlns:a16="http://schemas.microsoft.com/office/drawing/2014/main" id="{61E376FE-98A1-E5FA-6C0B-EBD7FC28E9B5}"/>
                </a:ext>
              </a:extLst>
            </p:cNvPr>
            <p:cNvSpPr/>
            <p:nvPr/>
          </p:nvSpPr>
          <p:spPr>
            <a:xfrm>
              <a:off x="15324759" y="5166975"/>
              <a:ext cx="59000" cy="57753"/>
            </a:xfrm>
            <a:prstGeom prst="rect">
              <a:avLst/>
            </a:prstGeom>
            <a:solidFill>
              <a:srgbClr val="A6D83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6" name="attn_heatmap_4_3">
              <a:extLst>
                <a:ext uri="{FF2B5EF4-FFF2-40B4-BE49-F238E27FC236}">
                  <a16:creationId xmlns:a16="http://schemas.microsoft.com/office/drawing/2014/main" id="{90999162-ABC3-4D09-E4B1-3ACB3119EAD7}"/>
                </a:ext>
              </a:extLst>
            </p:cNvPr>
            <p:cNvSpPr/>
            <p:nvPr/>
          </p:nvSpPr>
          <p:spPr>
            <a:xfrm>
              <a:off x="15383759" y="5166975"/>
              <a:ext cx="58999" cy="57753"/>
            </a:xfrm>
            <a:prstGeom prst="rect">
              <a:avLst/>
            </a:prstGeom>
            <a:solidFill>
              <a:srgbClr val="A3D93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7" name="attn_heatmap_4_4">
              <a:extLst>
                <a:ext uri="{FF2B5EF4-FFF2-40B4-BE49-F238E27FC236}">
                  <a16:creationId xmlns:a16="http://schemas.microsoft.com/office/drawing/2014/main" id="{A220E046-BBA4-97E1-A048-D37894BE099A}"/>
                </a:ext>
              </a:extLst>
            </p:cNvPr>
            <p:cNvSpPr/>
            <p:nvPr/>
          </p:nvSpPr>
          <p:spPr>
            <a:xfrm>
              <a:off x="15442757" y="5166975"/>
              <a:ext cx="58999" cy="57753"/>
            </a:xfrm>
            <a:prstGeom prst="rect">
              <a:avLst/>
            </a:prstGeom>
            <a:solidFill>
              <a:srgbClr val="DBE1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8" name="attn_heatmap_4_5">
              <a:extLst>
                <a:ext uri="{FF2B5EF4-FFF2-40B4-BE49-F238E27FC236}">
                  <a16:creationId xmlns:a16="http://schemas.microsoft.com/office/drawing/2014/main" id="{99B39F10-39B8-F5C8-9C81-94BC8F101A0F}"/>
                </a:ext>
              </a:extLst>
            </p:cNvPr>
            <p:cNvSpPr/>
            <p:nvPr/>
          </p:nvSpPr>
          <p:spPr>
            <a:xfrm>
              <a:off x="15501756" y="5166975"/>
              <a:ext cx="59000" cy="57753"/>
            </a:xfrm>
            <a:prstGeom prst="rect">
              <a:avLst/>
            </a:prstGeom>
            <a:solidFill>
              <a:srgbClr val="B8DD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9" name="attn_heatmap_4_6">
              <a:extLst>
                <a:ext uri="{FF2B5EF4-FFF2-40B4-BE49-F238E27FC236}">
                  <a16:creationId xmlns:a16="http://schemas.microsoft.com/office/drawing/2014/main" id="{354285D1-21CB-7B4B-6D6B-66391892F9A7}"/>
                </a:ext>
              </a:extLst>
            </p:cNvPr>
            <p:cNvSpPr/>
            <p:nvPr/>
          </p:nvSpPr>
          <p:spPr>
            <a:xfrm>
              <a:off x="15560754" y="5166975"/>
              <a:ext cx="59000" cy="57753"/>
            </a:xfrm>
            <a:prstGeom prst="rect">
              <a:avLst/>
            </a:prstGeom>
            <a:solidFill>
              <a:srgbClr val="C9DE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0" name="attn_heatmap_4_7">
              <a:extLst>
                <a:ext uri="{FF2B5EF4-FFF2-40B4-BE49-F238E27FC236}">
                  <a16:creationId xmlns:a16="http://schemas.microsoft.com/office/drawing/2014/main" id="{CEEDA593-36A5-476F-3EFE-FAC0994AB61C}"/>
                </a:ext>
              </a:extLst>
            </p:cNvPr>
            <p:cNvSpPr/>
            <p:nvPr/>
          </p:nvSpPr>
          <p:spPr>
            <a:xfrm>
              <a:off x="15619754" y="5166975"/>
              <a:ext cx="58999" cy="57753"/>
            </a:xfrm>
            <a:prstGeom prst="rect">
              <a:avLst/>
            </a:prstGeom>
            <a:solidFill>
              <a:srgbClr val="C9DF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1" name="attn_heatmap_4_8">
              <a:extLst>
                <a:ext uri="{FF2B5EF4-FFF2-40B4-BE49-F238E27FC236}">
                  <a16:creationId xmlns:a16="http://schemas.microsoft.com/office/drawing/2014/main" id="{8306B2CF-910B-9C7E-C81A-82B7E57328F3}"/>
                </a:ext>
              </a:extLst>
            </p:cNvPr>
            <p:cNvSpPr/>
            <p:nvPr/>
          </p:nvSpPr>
          <p:spPr>
            <a:xfrm>
              <a:off x="15678753" y="5166975"/>
              <a:ext cx="59000" cy="57753"/>
            </a:xfrm>
            <a:prstGeom prst="rect">
              <a:avLst/>
            </a:prstGeom>
            <a:solidFill>
              <a:srgbClr val="CDE0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2" name="attn_heatmap_4_9">
              <a:extLst>
                <a:ext uri="{FF2B5EF4-FFF2-40B4-BE49-F238E27FC236}">
                  <a16:creationId xmlns:a16="http://schemas.microsoft.com/office/drawing/2014/main" id="{9A8FD120-7167-662D-94B9-F657A3EA26A3}"/>
                </a:ext>
              </a:extLst>
            </p:cNvPr>
            <p:cNvSpPr/>
            <p:nvPr/>
          </p:nvSpPr>
          <p:spPr>
            <a:xfrm>
              <a:off x="15737751" y="5166975"/>
              <a:ext cx="59000" cy="57753"/>
            </a:xfrm>
            <a:prstGeom prst="rect">
              <a:avLst/>
            </a:prstGeom>
            <a:solidFill>
              <a:srgbClr val="CDDD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3" name="attn_heatmap_4_10">
              <a:extLst>
                <a:ext uri="{FF2B5EF4-FFF2-40B4-BE49-F238E27FC236}">
                  <a16:creationId xmlns:a16="http://schemas.microsoft.com/office/drawing/2014/main" id="{5E5A0760-D174-AAAB-AFC2-0D09700CF68F}"/>
                </a:ext>
              </a:extLst>
            </p:cNvPr>
            <p:cNvSpPr/>
            <p:nvPr/>
          </p:nvSpPr>
          <p:spPr>
            <a:xfrm>
              <a:off x="15796751" y="5166975"/>
              <a:ext cx="58999" cy="57753"/>
            </a:xfrm>
            <a:prstGeom prst="rect">
              <a:avLst/>
            </a:prstGeom>
            <a:solidFill>
              <a:srgbClr val="B2DA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4" name="attn_heatmap_4_11">
              <a:extLst>
                <a:ext uri="{FF2B5EF4-FFF2-40B4-BE49-F238E27FC236}">
                  <a16:creationId xmlns:a16="http://schemas.microsoft.com/office/drawing/2014/main" id="{FB11008C-E49D-B43B-6BB7-C55450551577}"/>
                </a:ext>
              </a:extLst>
            </p:cNvPr>
            <p:cNvSpPr/>
            <p:nvPr/>
          </p:nvSpPr>
          <p:spPr>
            <a:xfrm>
              <a:off x="15855748" y="5166975"/>
              <a:ext cx="59000" cy="57753"/>
            </a:xfrm>
            <a:prstGeom prst="rect">
              <a:avLst/>
            </a:prstGeom>
            <a:solidFill>
              <a:srgbClr val="CFDF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5" name="attn_heatmap_4_12">
              <a:extLst>
                <a:ext uri="{FF2B5EF4-FFF2-40B4-BE49-F238E27FC236}">
                  <a16:creationId xmlns:a16="http://schemas.microsoft.com/office/drawing/2014/main" id="{C50DDF99-04FA-1E57-4828-F60DFBEA6953}"/>
                </a:ext>
              </a:extLst>
            </p:cNvPr>
            <p:cNvSpPr/>
            <p:nvPr/>
          </p:nvSpPr>
          <p:spPr>
            <a:xfrm>
              <a:off x="15914748" y="5166975"/>
              <a:ext cx="58999" cy="57753"/>
            </a:xfrm>
            <a:prstGeom prst="rect">
              <a:avLst/>
            </a:prstGeom>
            <a:solidFill>
              <a:srgbClr val="DAE0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6" name="attn_heatmap_4_13">
              <a:extLst>
                <a:ext uri="{FF2B5EF4-FFF2-40B4-BE49-F238E27FC236}">
                  <a16:creationId xmlns:a16="http://schemas.microsoft.com/office/drawing/2014/main" id="{36F4BD29-8D97-7401-398B-F9B9491CEC69}"/>
                </a:ext>
              </a:extLst>
            </p:cNvPr>
            <p:cNvSpPr/>
            <p:nvPr/>
          </p:nvSpPr>
          <p:spPr>
            <a:xfrm>
              <a:off x="15973747" y="5166975"/>
              <a:ext cx="59000" cy="57753"/>
            </a:xfrm>
            <a:prstGeom prst="rect">
              <a:avLst/>
            </a:prstGeom>
            <a:solidFill>
              <a:srgbClr val="C3DA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7" name="attn_heatmap_4_14">
              <a:extLst>
                <a:ext uri="{FF2B5EF4-FFF2-40B4-BE49-F238E27FC236}">
                  <a16:creationId xmlns:a16="http://schemas.microsoft.com/office/drawing/2014/main" id="{4DD0C154-E8DA-021C-B8ED-48702FBA7608}"/>
                </a:ext>
              </a:extLst>
            </p:cNvPr>
            <p:cNvSpPr/>
            <p:nvPr/>
          </p:nvSpPr>
          <p:spPr>
            <a:xfrm>
              <a:off x="16032745" y="5166975"/>
              <a:ext cx="59000" cy="57753"/>
            </a:xfrm>
            <a:prstGeom prst="rect">
              <a:avLst/>
            </a:prstGeom>
            <a:solidFill>
              <a:srgbClr val="D7E2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8" name="attn_heatmap_4_15">
              <a:extLst>
                <a:ext uri="{FF2B5EF4-FFF2-40B4-BE49-F238E27FC236}">
                  <a16:creationId xmlns:a16="http://schemas.microsoft.com/office/drawing/2014/main" id="{DEBD8F04-356B-3118-5B7D-C4F79C0D00AD}"/>
                </a:ext>
              </a:extLst>
            </p:cNvPr>
            <p:cNvSpPr/>
            <p:nvPr/>
          </p:nvSpPr>
          <p:spPr>
            <a:xfrm>
              <a:off x="16091745" y="5166975"/>
              <a:ext cx="58999" cy="57753"/>
            </a:xfrm>
            <a:prstGeom prst="rect">
              <a:avLst/>
            </a:prstGeom>
            <a:solidFill>
              <a:srgbClr val="B8D9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9" name="attn_heatmap_4_16">
              <a:extLst>
                <a:ext uri="{FF2B5EF4-FFF2-40B4-BE49-F238E27FC236}">
                  <a16:creationId xmlns:a16="http://schemas.microsoft.com/office/drawing/2014/main" id="{3DBA79B2-C25B-15D2-AEC4-C82D1A008972}"/>
                </a:ext>
              </a:extLst>
            </p:cNvPr>
            <p:cNvSpPr/>
            <p:nvPr/>
          </p:nvSpPr>
          <p:spPr>
            <a:xfrm>
              <a:off x="16150744" y="5166975"/>
              <a:ext cx="59000" cy="57753"/>
            </a:xfrm>
            <a:prstGeom prst="rect">
              <a:avLst/>
            </a:prstGeom>
            <a:solidFill>
              <a:srgbClr val="C9E0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0" name="attn_heatmap_4_17">
              <a:extLst>
                <a:ext uri="{FF2B5EF4-FFF2-40B4-BE49-F238E27FC236}">
                  <a16:creationId xmlns:a16="http://schemas.microsoft.com/office/drawing/2014/main" id="{7AAE644E-B204-8EA6-182B-1B49C050B274}"/>
                </a:ext>
              </a:extLst>
            </p:cNvPr>
            <p:cNvSpPr/>
            <p:nvPr/>
          </p:nvSpPr>
          <p:spPr>
            <a:xfrm>
              <a:off x="16209742" y="5166975"/>
              <a:ext cx="59000" cy="57753"/>
            </a:xfrm>
            <a:prstGeom prst="rect">
              <a:avLst/>
            </a:prstGeom>
            <a:solidFill>
              <a:srgbClr val="C4DE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attn_heatmap_4_18">
              <a:extLst>
                <a:ext uri="{FF2B5EF4-FFF2-40B4-BE49-F238E27FC236}">
                  <a16:creationId xmlns:a16="http://schemas.microsoft.com/office/drawing/2014/main" id="{DC5B3209-5366-6E22-9584-4D3B275F3B3B}"/>
                </a:ext>
              </a:extLst>
            </p:cNvPr>
            <p:cNvSpPr/>
            <p:nvPr/>
          </p:nvSpPr>
          <p:spPr>
            <a:xfrm>
              <a:off x="16268742" y="5166975"/>
              <a:ext cx="58999" cy="57753"/>
            </a:xfrm>
            <a:prstGeom prst="rect">
              <a:avLst/>
            </a:prstGeom>
            <a:solidFill>
              <a:srgbClr val="82CD4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2" name="attn_heatmap_4_19">
              <a:extLst>
                <a:ext uri="{FF2B5EF4-FFF2-40B4-BE49-F238E27FC236}">
                  <a16:creationId xmlns:a16="http://schemas.microsoft.com/office/drawing/2014/main" id="{9A4755AE-15CC-43EA-60DF-3036F2158996}"/>
                </a:ext>
              </a:extLst>
            </p:cNvPr>
            <p:cNvSpPr/>
            <p:nvPr/>
          </p:nvSpPr>
          <p:spPr>
            <a:xfrm>
              <a:off x="16327740" y="5166975"/>
              <a:ext cx="58999" cy="57753"/>
            </a:xfrm>
            <a:prstGeom prst="rect">
              <a:avLst/>
            </a:prstGeom>
            <a:solidFill>
              <a:srgbClr val="B7DE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3" name="attn_heatmap_4_20">
              <a:extLst>
                <a:ext uri="{FF2B5EF4-FFF2-40B4-BE49-F238E27FC236}">
                  <a16:creationId xmlns:a16="http://schemas.microsoft.com/office/drawing/2014/main" id="{97241E71-B366-FA80-E481-6A25DC5525E4}"/>
                </a:ext>
              </a:extLst>
            </p:cNvPr>
            <p:cNvSpPr/>
            <p:nvPr/>
          </p:nvSpPr>
          <p:spPr>
            <a:xfrm>
              <a:off x="16386739" y="5166975"/>
              <a:ext cx="59000" cy="57753"/>
            </a:xfrm>
            <a:prstGeom prst="rect">
              <a:avLst/>
            </a:prstGeom>
            <a:solidFill>
              <a:srgbClr val="62C75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4" name="attn_heatmap_4_21">
              <a:extLst>
                <a:ext uri="{FF2B5EF4-FFF2-40B4-BE49-F238E27FC236}">
                  <a16:creationId xmlns:a16="http://schemas.microsoft.com/office/drawing/2014/main" id="{67BC967C-7292-E202-9F46-A3D12FDABDB1}"/>
                </a:ext>
              </a:extLst>
            </p:cNvPr>
            <p:cNvSpPr/>
            <p:nvPr/>
          </p:nvSpPr>
          <p:spPr>
            <a:xfrm>
              <a:off x="16445739" y="5166975"/>
              <a:ext cx="58999" cy="57753"/>
            </a:xfrm>
            <a:prstGeom prst="rect">
              <a:avLst/>
            </a:prstGeom>
            <a:solidFill>
              <a:srgbClr val="DFE11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attn_heatmap_4_22">
              <a:extLst>
                <a:ext uri="{FF2B5EF4-FFF2-40B4-BE49-F238E27FC236}">
                  <a16:creationId xmlns:a16="http://schemas.microsoft.com/office/drawing/2014/main" id="{F72DD565-52D5-090F-A10C-8ADDCC5949BD}"/>
                </a:ext>
              </a:extLst>
            </p:cNvPr>
            <p:cNvSpPr/>
            <p:nvPr/>
          </p:nvSpPr>
          <p:spPr>
            <a:xfrm>
              <a:off x="16504737" y="5166975"/>
              <a:ext cx="58999" cy="57753"/>
            </a:xfrm>
            <a:prstGeom prst="rect">
              <a:avLst/>
            </a:prstGeom>
            <a:solidFill>
              <a:srgbClr val="DDE3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6" name="attn_heatmap_4_23">
              <a:extLst>
                <a:ext uri="{FF2B5EF4-FFF2-40B4-BE49-F238E27FC236}">
                  <a16:creationId xmlns:a16="http://schemas.microsoft.com/office/drawing/2014/main" id="{1D38F1B9-EF69-E9A9-9D12-DF4AF40E438C}"/>
                </a:ext>
              </a:extLst>
            </p:cNvPr>
            <p:cNvSpPr/>
            <p:nvPr/>
          </p:nvSpPr>
          <p:spPr>
            <a:xfrm>
              <a:off x="16563736" y="5166975"/>
              <a:ext cx="59000" cy="57753"/>
            </a:xfrm>
            <a:prstGeom prst="rect">
              <a:avLst/>
            </a:prstGeom>
            <a:solidFill>
              <a:srgbClr val="C1DD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7" name="attn_heatmap_5_0">
              <a:extLst>
                <a:ext uri="{FF2B5EF4-FFF2-40B4-BE49-F238E27FC236}">
                  <a16:creationId xmlns:a16="http://schemas.microsoft.com/office/drawing/2014/main" id="{1C8A8CBF-A741-278E-846A-F5B8A7ED1D91}"/>
                </a:ext>
              </a:extLst>
            </p:cNvPr>
            <p:cNvSpPr/>
            <p:nvPr/>
          </p:nvSpPr>
          <p:spPr>
            <a:xfrm>
              <a:off x="15206762" y="5224728"/>
              <a:ext cx="58999" cy="57752"/>
            </a:xfrm>
            <a:prstGeom prst="rect">
              <a:avLst/>
            </a:prstGeom>
            <a:solidFill>
              <a:srgbClr val="B9DE4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8" name="attn_heatmap_5_1">
              <a:extLst>
                <a:ext uri="{FF2B5EF4-FFF2-40B4-BE49-F238E27FC236}">
                  <a16:creationId xmlns:a16="http://schemas.microsoft.com/office/drawing/2014/main" id="{12A7EAE4-CF52-733E-D83A-69E79B6814C5}"/>
                </a:ext>
              </a:extLst>
            </p:cNvPr>
            <p:cNvSpPr/>
            <p:nvPr/>
          </p:nvSpPr>
          <p:spPr>
            <a:xfrm>
              <a:off x="15265760" y="5224728"/>
              <a:ext cx="58999" cy="57752"/>
            </a:xfrm>
            <a:prstGeom prst="rect">
              <a:avLst/>
            </a:prstGeom>
            <a:solidFill>
              <a:srgbClr val="77A66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9" name="attn_heatmap_5_2">
              <a:extLst>
                <a:ext uri="{FF2B5EF4-FFF2-40B4-BE49-F238E27FC236}">
                  <a16:creationId xmlns:a16="http://schemas.microsoft.com/office/drawing/2014/main" id="{E6AB9B4B-0E79-BAAE-E0F8-37DA284D1F6C}"/>
                </a:ext>
              </a:extLst>
            </p:cNvPr>
            <p:cNvSpPr/>
            <p:nvPr/>
          </p:nvSpPr>
          <p:spPr>
            <a:xfrm>
              <a:off x="15324759" y="5224728"/>
              <a:ext cx="59000" cy="57752"/>
            </a:xfrm>
            <a:prstGeom prst="rect">
              <a:avLst/>
            </a:prstGeom>
            <a:solidFill>
              <a:srgbClr val="B2DE3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0" name="attn_heatmap_5_3">
              <a:extLst>
                <a:ext uri="{FF2B5EF4-FFF2-40B4-BE49-F238E27FC236}">
                  <a16:creationId xmlns:a16="http://schemas.microsoft.com/office/drawing/2014/main" id="{57F1B28C-A4C2-26CE-2B6B-55B1EC1551BF}"/>
                </a:ext>
              </a:extLst>
            </p:cNvPr>
            <p:cNvSpPr/>
            <p:nvPr/>
          </p:nvSpPr>
          <p:spPr>
            <a:xfrm>
              <a:off x="15383759" y="5224728"/>
              <a:ext cx="58999" cy="57752"/>
            </a:xfrm>
            <a:prstGeom prst="rect">
              <a:avLst/>
            </a:prstGeom>
            <a:solidFill>
              <a:srgbClr val="86D24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1" name="attn_heatmap_5_4">
              <a:extLst>
                <a:ext uri="{FF2B5EF4-FFF2-40B4-BE49-F238E27FC236}">
                  <a16:creationId xmlns:a16="http://schemas.microsoft.com/office/drawing/2014/main" id="{D0A75FE5-AD7E-3F02-6323-63B1AB6A2B91}"/>
                </a:ext>
              </a:extLst>
            </p:cNvPr>
            <p:cNvSpPr/>
            <p:nvPr/>
          </p:nvSpPr>
          <p:spPr>
            <a:xfrm>
              <a:off x="15442757" y="5224728"/>
              <a:ext cx="58999" cy="57752"/>
            </a:xfrm>
            <a:prstGeom prst="rect">
              <a:avLst/>
            </a:prstGeom>
            <a:solidFill>
              <a:srgbClr val="C8E2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2" name="attn_heatmap_5_5">
              <a:extLst>
                <a:ext uri="{FF2B5EF4-FFF2-40B4-BE49-F238E27FC236}">
                  <a16:creationId xmlns:a16="http://schemas.microsoft.com/office/drawing/2014/main" id="{BE933215-2D0A-7228-3463-0B7FF63D28AC}"/>
                </a:ext>
              </a:extLst>
            </p:cNvPr>
            <p:cNvSpPr/>
            <p:nvPr/>
          </p:nvSpPr>
          <p:spPr>
            <a:xfrm>
              <a:off x="15501756" y="5224728"/>
              <a:ext cx="59000" cy="57752"/>
            </a:xfrm>
            <a:prstGeom prst="rect">
              <a:avLst/>
            </a:prstGeom>
            <a:solidFill>
              <a:srgbClr val="BDDC3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3" name="attn_heatmap_5_6">
              <a:extLst>
                <a:ext uri="{FF2B5EF4-FFF2-40B4-BE49-F238E27FC236}">
                  <a16:creationId xmlns:a16="http://schemas.microsoft.com/office/drawing/2014/main" id="{6A853220-D080-415A-1961-469EF7F7A8C7}"/>
                </a:ext>
              </a:extLst>
            </p:cNvPr>
            <p:cNvSpPr/>
            <p:nvPr/>
          </p:nvSpPr>
          <p:spPr>
            <a:xfrm>
              <a:off x="15560754" y="5224728"/>
              <a:ext cx="59000" cy="57752"/>
            </a:xfrm>
            <a:prstGeom prst="rect">
              <a:avLst/>
            </a:prstGeom>
            <a:solidFill>
              <a:srgbClr val="BEE02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4" name="attn_heatmap_5_7">
              <a:extLst>
                <a:ext uri="{FF2B5EF4-FFF2-40B4-BE49-F238E27FC236}">
                  <a16:creationId xmlns:a16="http://schemas.microsoft.com/office/drawing/2014/main" id="{9E516D3A-E847-6E4A-974A-849B7E70C780}"/>
                </a:ext>
              </a:extLst>
            </p:cNvPr>
            <p:cNvSpPr/>
            <p:nvPr/>
          </p:nvSpPr>
          <p:spPr>
            <a:xfrm>
              <a:off x="15619754" y="5224728"/>
              <a:ext cx="58999" cy="57752"/>
            </a:xfrm>
            <a:prstGeom prst="rect">
              <a:avLst/>
            </a:prstGeom>
            <a:solidFill>
              <a:srgbClr val="C3E1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5" name="attn_heatmap_5_8">
              <a:extLst>
                <a:ext uri="{FF2B5EF4-FFF2-40B4-BE49-F238E27FC236}">
                  <a16:creationId xmlns:a16="http://schemas.microsoft.com/office/drawing/2014/main" id="{0B04A687-735A-AA91-0718-C2CD871AD6F8}"/>
                </a:ext>
              </a:extLst>
            </p:cNvPr>
            <p:cNvSpPr/>
            <p:nvPr/>
          </p:nvSpPr>
          <p:spPr>
            <a:xfrm>
              <a:off x="15678753" y="5224728"/>
              <a:ext cx="59000" cy="57752"/>
            </a:xfrm>
            <a:prstGeom prst="rect">
              <a:avLst/>
            </a:prstGeom>
            <a:solidFill>
              <a:srgbClr val="7E450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6" name="attn_heatmap_5_9">
              <a:extLst>
                <a:ext uri="{FF2B5EF4-FFF2-40B4-BE49-F238E27FC236}">
                  <a16:creationId xmlns:a16="http://schemas.microsoft.com/office/drawing/2014/main" id="{D16DEDD6-401B-1688-7DA8-FA63540335D0}"/>
                </a:ext>
              </a:extLst>
            </p:cNvPr>
            <p:cNvSpPr/>
            <p:nvPr/>
          </p:nvSpPr>
          <p:spPr>
            <a:xfrm>
              <a:off x="15737751" y="5224728"/>
              <a:ext cx="59000" cy="57752"/>
            </a:xfrm>
            <a:prstGeom prst="rect">
              <a:avLst/>
            </a:prstGeom>
            <a:solidFill>
              <a:srgbClr val="CBE0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7" name="attn_heatmap_5_10">
              <a:extLst>
                <a:ext uri="{FF2B5EF4-FFF2-40B4-BE49-F238E27FC236}">
                  <a16:creationId xmlns:a16="http://schemas.microsoft.com/office/drawing/2014/main" id="{D2154F46-9FD7-86BB-0F27-A9EA7FEFD927}"/>
                </a:ext>
              </a:extLst>
            </p:cNvPr>
            <p:cNvSpPr/>
            <p:nvPr/>
          </p:nvSpPr>
          <p:spPr>
            <a:xfrm>
              <a:off x="15796751" y="5224728"/>
              <a:ext cx="58999" cy="57752"/>
            </a:xfrm>
            <a:prstGeom prst="rect">
              <a:avLst/>
            </a:prstGeom>
            <a:solidFill>
              <a:srgbClr val="B1DA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8" name="attn_heatmap_5_11">
              <a:extLst>
                <a:ext uri="{FF2B5EF4-FFF2-40B4-BE49-F238E27FC236}">
                  <a16:creationId xmlns:a16="http://schemas.microsoft.com/office/drawing/2014/main" id="{AA3D2701-7BEF-E53C-D056-B9B619516D3A}"/>
                </a:ext>
              </a:extLst>
            </p:cNvPr>
            <p:cNvSpPr/>
            <p:nvPr/>
          </p:nvSpPr>
          <p:spPr>
            <a:xfrm>
              <a:off x="15855748" y="5224728"/>
              <a:ext cx="59000" cy="57752"/>
            </a:xfrm>
            <a:prstGeom prst="rect">
              <a:avLst/>
            </a:prstGeom>
            <a:solidFill>
              <a:srgbClr val="CEE3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9" name="attn_heatmap_5_12">
              <a:extLst>
                <a:ext uri="{FF2B5EF4-FFF2-40B4-BE49-F238E27FC236}">
                  <a16:creationId xmlns:a16="http://schemas.microsoft.com/office/drawing/2014/main" id="{B23E5698-2306-C6C2-F226-7AC66344B37F}"/>
                </a:ext>
              </a:extLst>
            </p:cNvPr>
            <p:cNvSpPr/>
            <p:nvPr/>
          </p:nvSpPr>
          <p:spPr>
            <a:xfrm>
              <a:off x="15914748" y="5224728"/>
              <a:ext cx="58999" cy="57752"/>
            </a:xfrm>
            <a:prstGeom prst="rect">
              <a:avLst/>
            </a:prstGeom>
            <a:solidFill>
              <a:srgbClr val="D0E1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0" name="attn_heatmap_5_13">
              <a:extLst>
                <a:ext uri="{FF2B5EF4-FFF2-40B4-BE49-F238E27FC236}">
                  <a16:creationId xmlns:a16="http://schemas.microsoft.com/office/drawing/2014/main" id="{98F67640-0FEB-0A93-6DFA-B2122B71C674}"/>
                </a:ext>
              </a:extLst>
            </p:cNvPr>
            <p:cNvSpPr/>
            <p:nvPr/>
          </p:nvSpPr>
          <p:spPr>
            <a:xfrm>
              <a:off x="15973747" y="5224728"/>
              <a:ext cx="59000" cy="57752"/>
            </a:xfrm>
            <a:prstGeom prst="rect">
              <a:avLst/>
            </a:prstGeom>
            <a:solidFill>
              <a:srgbClr val="B5DA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1" name="attn_heatmap_5_14">
              <a:extLst>
                <a:ext uri="{FF2B5EF4-FFF2-40B4-BE49-F238E27FC236}">
                  <a16:creationId xmlns:a16="http://schemas.microsoft.com/office/drawing/2014/main" id="{972612ED-7D8B-4A66-DEBA-50424E1129C1}"/>
                </a:ext>
              </a:extLst>
            </p:cNvPr>
            <p:cNvSpPr/>
            <p:nvPr/>
          </p:nvSpPr>
          <p:spPr>
            <a:xfrm>
              <a:off x="16032745" y="5224728"/>
              <a:ext cx="59000" cy="57752"/>
            </a:xfrm>
            <a:prstGeom prst="rect">
              <a:avLst/>
            </a:prstGeom>
            <a:solidFill>
              <a:srgbClr val="D0E1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2" name="attn_heatmap_5_15">
              <a:extLst>
                <a:ext uri="{FF2B5EF4-FFF2-40B4-BE49-F238E27FC236}">
                  <a16:creationId xmlns:a16="http://schemas.microsoft.com/office/drawing/2014/main" id="{D2AFB5EB-E6DC-3566-A5C3-78BEB8696447}"/>
                </a:ext>
              </a:extLst>
            </p:cNvPr>
            <p:cNvSpPr/>
            <p:nvPr/>
          </p:nvSpPr>
          <p:spPr>
            <a:xfrm>
              <a:off x="16091745" y="5224728"/>
              <a:ext cx="58999" cy="57752"/>
            </a:xfrm>
            <a:prstGeom prst="rect">
              <a:avLst/>
            </a:prstGeom>
            <a:solidFill>
              <a:srgbClr val="B9DE2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3" name="attn_heatmap_5_16">
              <a:extLst>
                <a:ext uri="{FF2B5EF4-FFF2-40B4-BE49-F238E27FC236}">
                  <a16:creationId xmlns:a16="http://schemas.microsoft.com/office/drawing/2014/main" id="{4927674E-8B5F-829C-8C2E-24F37102F642}"/>
                </a:ext>
              </a:extLst>
            </p:cNvPr>
            <p:cNvSpPr/>
            <p:nvPr/>
          </p:nvSpPr>
          <p:spPr>
            <a:xfrm>
              <a:off x="16150744" y="5224728"/>
              <a:ext cx="59000" cy="57752"/>
            </a:xfrm>
            <a:prstGeom prst="rect">
              <a:avLst/>
            </a:prstGeom>
            <a:solidFill>
              <a:srgbClr val="C1DF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4" name="attn_heatmap_5_17">
              <a:extLst>
                <a:ext uri="{FF2B5EF4-FFF2-40B4-BE49-F238E27FC236}">
                  <a16:creationId xmlns:a16="http://schemas.microsoft.com/office/drawing/2014/main" id="{3DBE7CD8-78CE-A998-3694-5C59755AFF71}"/>
                </a:ext>
              </a:extLst>
            </p:cNvPr>
            <p:cNvSpPr/>
            <p:nvPr/>
          </p:nvSpPr>
          <p:spPr>
            <a:xfrm>
              <a:off x="16209742" y="5224728"/>
              <a:ext cx="59000" cy="57752"/>
            </a:xfrm>
            <a:prstGeom prst="rect">
              <a:avLst/>
            </a:prstGeom>
            <a:solidFill>
              <a:srgbClr val="C3E1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5" name="attn_heatmap_5_18">
              <a:extLst>
                <a:ext uri="{FF2B5EF4-FFF2-40B4-BE49-F238E27FC236}">
                  <a16:creationId xmlns:a16="http://schemas.microsoft.com/office/drawing/2014/main" id="{DAC855AB-9467-7EFE-3159-BC47C31202AC}"/>
                </a:ext>
              </a:extLst>
            </p:cNvPr>
            <p:cNvSpPr/>
            <p:nvPr/>
          </p:nvSpPr>
          <p:spPr>
            <a:xfrm>
              <a:off x="16268742" y="5224728"/>
              <a:ext cx="58999" cy="57752"/>
            </a:xfrm>
            <a:prstGeom prst="rect">
              <a:avLst/>
            </a:prstGeom>
            <a:solidFill>
              <a:srgbClr val="80CE5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6" name="attn_heatmap_5_19">
              <a:extLst>
                <a:ext uri="{FF2B5EF4-FFF2-40B4-BE49-F238E27FC236}">
                  <a16:creationId xmlns:a16="http://schemas.microsoft.com/office/drawing/2014/main" id="{B334AE94-37AE-0925-C565-7E57AECD4162}"/>
                </a:ext>
              </a:extLst>
            </p:cNvPr>
            <p:cNvSpPr/>
            <p:nvPr/>
          </p:nvSpPr>
          <p:spPr>
            <a:xfrm>
              <a:off x="16327740" y="5224728"/>
              <a:ext cx="58999" cy="57752"/>
            </a:xfrm>
            <a:prstGeom prst="rect">
              <a:avLst/>
            </a:prstGeom>
            <a:solidFill>
              <a:srgbClr val="BFE12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7" name="attn_heatmap_5_20">
              <a:extLst>
                <a:ext uri="{FF2B5EF4-FFF2-40B4-BE49-F238E27FC236}">
                  <a16:creationId xmlns:a16="http://schemas.microsoft.com/office/drawing/2014/main" id="{197BD003-338C-41DB-5FB5-77F1C73FC0F4}"/>
                </a:ext>
              </a:extLst>
            </p:cNvPr>
            <p:cNvSpPr/>
            <p:nvPr/>
          </p:nvSpPr>
          <p:spPr>
            <a:xfrm>
              <a:off x="16386739" y="5224728"/>
              <a:ext cx="59000" cy="57752"/>
            </a:xfrm>
            <a:prstGeom prst="rect">
              <a:avLst/>
            </a:prstGeom>
            <a:solidFill>
              <a:srgbClr val="9BCC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8" name="attn_heatmap_5_21">
              <a:extLst>
                <a:ext uri="{FF2B5EF4-FFF2-40B4-BE49-F238E27FC236}">
                  <a16:creationId xmlns:a16="http://schemas.microsoft.com/office/drawing/2014/main" id="{365668DD-C9BA-8B65-481D-3178CE52AAD3}"/>
                </a:ext>
              </a:extLst>
            </p:cNvPr>
            <p:cNvSpPr/>
            <p:nvPr/>
          </p:nvSpPr>
          <p:spPr>
            <a:xfrm>
              <a:off x="16445739" y="5224728"/>
              <a:ext cx="58999" cy="57752"/>
            </a:xfrm>
            <a:prstGeom prst="rect">
              <a:avLst/>
            </a:prstGeom>
            <a:solidFill>
              <a:srgbClr val="D8E3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9" name="attn_heatmap_5_22">
              <a:extLst>
                <a:ext uri="{FF2B5EF4-FFF2-40B4-BE49-F238E27FC236}">
                  <a16:creationId xmlns:a16="http://schemas.microsoft.com/office/drawing/2014/main" id="{54D16091-71F9-3220-C1E8-33CDDE17627B}"/>
                </a:ext>
              </a:extLst>
            </p:cNvPr>
            <p:cNvSpPr/>
            <p:nvPr/>
          </p:nvSpPr>
          <p:spPr>
            <a:xfrm>
              <a:off x="16504737" y="5224728"/>
              <a:ext cx="58999" cy="57752"/>
            </a:xfrm>
            <a:prstGeom prst="rect">
              <a:avLst/>
            </a:prstGeom>
            <a:solidFill>
              <a:srgbClr val="CFE0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0" name="attn_heatmap_5_23">
              <a:extLst>
                <a:ext uri="{FF2B5EF4-FFF2-40B4-BE49-F238E27FC236}">
                  <a16:creationId xmlns:a16="http://schemas.microsoft.com/office/drawing/2014/main" id="{EC3E80F6-C820-FCDE-32DE-2201E5207FDE}"/>
                </a:ext>
              </a:extLst>
            </p:cNvPr>
            <p:cNvSpPr/>
            <p:nvPr/>
          </p:nvSpPr>
          <p:spPr>
            <a:xfrm>
              <a:off x="16563736" y="5224728"/>
              <a:ext cx="59000" cy="57752"/>
            </a:xfrm>
            <a:prstGeom prst="rect">
              <a:avLst/>
            </a:prstGeom>
            <a:solidFill>
              <a:srgbClr val="BCE13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1" name="attn_heatmap_6_0">
              <a:extLst>
                <a:ext uri="{FF2B5EF4-FFF2-40B4-BE49-F238E27FC236}">
                  <a16:creationId xmlns:a16="http://schemas.microsoft.com/office/drawing/2014/main" id="{93A4FC5C-A90B-0B06-23EF-CDF76AABD9C9}"/>
                </a:ext>
              </a:extLst>
            </p:cNvPr>
            <p:cNvSpPr/>
            <p:nvPr/>
          </p:nvSpPr>
          <p:spPr>
            <a:xfrm>
              <a:off x="15206762" y="5282480"/>
              <a:ext cx="58999" cy="57753"/>
            </a:xfrm>
            <a:prstGeom prst="rect">
              <a:avLst/>
            </a:prstGeom>
            <a:solidFill>
              <a:srgbClr val="D8E2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2" name="attn_heatmap_6_1">
              <a:extLst>
                <a:ext uri="{FF2B5EF4-FFF2-40B4-BE49-F238E27FC236}">
                  <a16:creationId xmlns:a16="http://schemas.microsoft.com/office/drawing/2014/main" id="{F48D75AB-82D5-9BA1-3138-47F59ED64821}"/>
                </a:ext>
              </a:extLst>
            </p:cNvPr>
            <p:cNvSpPr/>
            <p:nvPr/>
          </p:nvSpPr>
          <p:spPr>
            <a:xfrm>
              <a:off x="15265760" y="5282480"/>
              <a:ext cx="58999" cy="57753"/>
            </a:xfrm>
            <a:prstGeom prst="rect">
              <a:avLst/>
            </a:prstGeom>
            <a:solidFill>
              <a:srgbClr val="41A13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3" name="attn_heatmap_6_2">
              <a:extLst>
                <a:ext uri="{FF2B5EF4-FFF2-40B4-BE49-F238E27FC236}">
                  <a16:creationId xmlns:a16="http://schemas.microsoft.com/office/drawing/2014/main" id="{C0A1E1BF-120E-DD86-C483-1DBD8C4510BD}"/>
                </a:ext>
              </a:extLst>
            </p:cNvPr>
            <p:cNvSpPr/>
            <p:nvPr/>
          </p:nvSpPr>
          <p:spPr>
            <a:xfrm>
              <a:off x="15324759" y="5282480"/>
              <a:ext cx="59000" cy="57753"/>
            </a:xfrm>
            <a:prstGeom prst="rect">
              <a:avLst/>
            </a:prstGeom>
            <a:solidFill>
              <a:srgbClr val="82D1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4" name="attn_heatmap_6_3">
              <a:extLst>
                <a:ext uri="{FF2B5EF4-FFF2-40B4-BE49-F238E27FC236}">
                  <a16:creationId xmlns:a16="http://schemas.microsoft.com/office/drawing/2014/main" id="{78548DF5-B255-7363-D644-3BBA5A887BD6}"/>
                </a:ext>
              </a:extLst>
            </p:cNvPr>
            <p:cNvSpPr/>
            <p:nvPr/>
          </p:nvSpPr>
          <p:spPr>
            <a:xfrm>
              <a:off x="15383759" y="5282480"/>
              <a:ext cx="58999" cy="57753"/>
            </a:xfrm>
            <a:prstGeom prst="rect">
              <a:avLst/>
            </a:prstGeom>
            <a:solidFill>
              <a:srgbClr val="BFAA0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5" name="attn_heatmap_6_4">
              <a:extLst>
                <a:ext uri="{FF2B5EF4-FFF2-40B4-BE49-F238E27FC236}">
                  <a16:creationId xmlns:a16="http://schemas.microsoft.com/office/drawing/2014/main" id="{B0301F03-C58E-3568-D272-EA95EF78172D}"/>
                </a:ext>
              </a:extLst>
            </p:cNvPr>
            <p:cNvSpPr/>
            <p:nvPr/>
          </p:nvSpPr>
          <p:spPr>
            <a:xfrm>
              <a:off x="15442757" y="5282480"/>
              <a:ext cx="58999" cy="57753"/>
            </a:xfrm>
            <a:prstGeom prst="rect">
              <a:avLst/>
            </a:prstGeom>
            <a:solidFill>
              <a:srgbClr val="C9E0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6" name="attn_heatmap_6_5">
              <a:extLst>
                <a:ext uri="{FF2B5EF4-FFF2-40B4-BE49-F238E27FC236}">
                  <a16:creationId xmlns:a16="http://schemas.microsoft.com/office/drawing/2014/main" id="{AB750B94-4A26-DE6E-66F2-4B015EDB65A1}"/>
                </a:ext>
              </a:extLst>
            </p:cNvPr>
            <p:cNvSpPr/>
            <p:nvPr/>
          </p:nvSpPr>
          <p:spPr>
            <a:xfrm>
              <a:off x="15501756" y="5282480"/>
              <a:ext cx="59000" cy="57753"/>
            </a:xfrm>
            <a:prstGeom prst="rect">
              <a:avLst/>
            </a:prstGeom>
            <a:solidFill>
              <a:srgbClr val="A7D8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7" name="attn_heatmap_6_6">
              <a:extLst>
                <a:ext uri="{FF2B5EF4-FFF2-40B4-BE49-F238E27FC236}">
                  <a16:creationId xmlns:a16="http://schemas.microsoft.com/office/drawing/2014/main" id="{59645A7B-C06C-7B8A-7DFF-D7F361AE3877}"/>
                </a:ext>
              </a:extLst>
            </p:cNvPr>
            <p:cNvSpPr/>
            <p:nvPr/>
          </p:nvSpPr>
          <p:spPr>
            <a:xfrm>
              <a:off x="15560754" y="5282480"/>
              <a:ext cx="59000" cy="57753"/>
            </a:xfrm>
            <a:prstGeom prst="rect">
              <a:avLst/>
            </a:prstGeom>
            <a:solidFill>
              <a:srgbClr val="E0E2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8" name="attn_heatmap_6_7">
              <a:extLst>
                <a:ext uri="{FF2B5EF4-FFF2-40B4-BE49-F238E27FC236}">
                  <a16:creationId xmlns:a16="http://schemas.microsoft.com/office/drawing/2014/main" id="{CC58008B-6366-C5E8-9C99-30F556A750A4}"/>
                </a:ext>
              </a:extLst>
            </p:cNvPr>
            <p:cNvSpPr/>
            <p:nvPr/>
          </p:nvSpPr>
          <p:spPr>
            <a:xfrm>
              <a:off x="15619754" y="5282480"/>
              <a:ext cx="58999" cy="57753"/>
            </a:xfrm>
            <a:prstGeom prst="rect">
              <a:avLst/>
            </a:prstGeom>
            <a:solidFill>
              <a:srgbClr val="E0E2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9" name="attn_heatmap_6_8">
              <a:extLst>
                <a:ext uri="{FF2B5EF4-FFF2-40B4-BE49-F238E27FC236}">
                  <a16:creationId xmlns:a16="http://schemas.microsoft.com/office/drawing/2014/main" id="{7C681BFE-7770-4B0A-E822-2978AD9EAF14}"/>
                </a:ext>
              </a:extLst>
            </p:cNvPr>
            <p:cNvSpPr/>
            <p:nvPr/>
          </p:nvSpPr>
          <p:spPr>
            <a:xfrm>
              <a:off x="15678753" y="5282480"/>
              <a:ext cx="59000" cy="57753"/>
            </a:xfrm>
            <a:prstGeom prst="rect">
              <a:avLst/>
            </a:prstGeom>
            <a:solidFill>
              <a:srgbClr val="91450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attn_heatmap_6_9">
              <a:extLst>
                <a:ext uri="{FF2B5EF4-FFF2-40B4-BE49-F238E27FC236}">
                  <a16:creationId xmlns:a16="http://schemas.microsoft.com/office/drawing/2014/main" id="{D4B46489-3D3B-7A33-58F7-2915972999C3}"/>
                </a:ext>
              </a:extLst>
            </p:cNvPr>
            <p:cNvSpPr/>
            <p:nvPr/>
          </p:nvSpPr>
          <p:spPr>
            <a:xfrm>
              <a:off x="15737751" y="5282480"/>
              <a:ext cx="59000" cy="57753"/>
            </a:xfrm>
            <a:prstGeom prst="rect">
              <a:avLst/>
            </a:prstGeom>
            <a:solidFill>
              <a:srgbClr val="E0E3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1" name="attn_heatmap_6_10">
              <a:extLst>
                <a:ext uri="{FF2B5EF4-FFF2-40B4-BE49-F238E27FC236}">
                  <a16:creationId xmlns:a16="http://schemas.microsoft.com/office/drawing/2014/main" id="{71B453EB-AC04-CC01-194E-16617AC77159}"/>
                </a:ext>
              </a:extLst>
            </p:cNvPr>
            <p:cNvSpPr/>
            <p:nvPr/>
          </p:nvSpPr>
          <p:spPr>
            <a:xfrm>
              <a:off x="15796751" y="5282480"/>
              <a:ext cx="58999" cy="57753"/>
            </a:xfrm>
            <a:prstGeom prst="rect">
              <a:avLst/>
            </a:prstGeom>
            <a:solidFill>
              <a:srgbClr val="AEDC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2" name="attn_heatmap_6_11">
              <a:extLst>
                <a:ext uri="{FF2B5EF4-FFF2-40B4-BE49-F238E27FC236}">
                  <a16:creationId xmlns:a16="http://schemas.microsoft.com/office/drawing/2014/main" id="{9376363D-11A8-3176-DA9F-9EE4E3325466}"/>
                </a:ext>
              </a:extLst>
            </p:cNvPr>
            <p:cNvSpPr/>
            <p:nvPr/>
          </p:nvSpPr>
          <p:spPr>
            <a:xfrm>
              <a:off x="15855748" y="5282480"/>
              <a:ext cx="59000" cy="57753"/>
            </a:xfrm>
            <a:prstGeom prst="rect">
              <a:avLst/>
            </a:prstGeom>
            <a:solidFill>
              <a:srgbClr val="4D94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3" name="attn_heatmap_6_12">
              <a:extLst>
                <a:ext uri="{FF2B5EF4-FFF2-40B4-BE49-F238E27FC236}">
                  <a16:creationId xmlns:a16="http://schemas.microsoft.com/office/drawing/2014/main" id="{833E6031-0AA2-EC29-BAA2-C0A20CEFF47F}"/>
                </a:ext>
              </a:extLst>
            </p:cNvPr>
            <p:cNvSpPr/>
            <p:nvPr/>
          </p:nvSpPr>
          <p:spPr>
            <a:xfrm>
              <a:off x="15914748" y="5282480"/>
              <a:ext cx="58999" cy="57753"/>
            </a:xfrm>
            <a:prstGeom prst="rect">
              <a:avLst/>
            </a:prstGeom>
            <a:solidFill>
              <a:srgbClr val="D1E01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4" name="attn_heatmap_6_13">
              <a:extLst>
                <a:ext uri="{FF2B5EF4-FFF2-40B4-BE49-F238E27FC236}">
                  <a16:creationId xmlns:a16="http://schemas.microsoft.com/office/drawing/2014/main" id="{E77D3DCB-2994-C2E1-4E21-C4CE56E77C46}"/>
                </a:ext>
              </a:extLst>
            </p:cNvPr>
            <p:cNvSpPr/>
            <p:nvPr/>
          </p:nvSpPr>
          <p:spPr>
            <a:xfrm>
              <a:off x="15973747" y="5282480"/>
              <a:ext cx="59000" cy="57753"/>
            </a:xfrm>
            <a:prstGeom prst="rect">
              <a:avLst/>
            </a:prstGeom>
            <a:solidFill>
              <a:srgbClr val="B0D7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5" name="attn_heatmap_6_14">
              <a:extLst>
                <a:ext uri="{FF2B5EF4-FFF2-40B4-BE49-F238E27FC236}">
                  <a16:creationId xmlns:a16="http://schemas.microsoft.com/office/drawing/2014/main" id="{E1897638-0602-05FF-9F93-E37DFD6C7C8A}"/>
                </a:ext>
              </a:extLst>
            </p:cNvPr>
            <p:cNvSpPr/>
            <p:nvPr/>
          </p:nvSpPr>
          <p:spPr>
            <a:xfrm>
              <a:off x="16032745" y="5282480"/>
              <a:ext cx="59000" cy="57753"/>
            </a:xfrm>
            <a:prstGeom prst="rect">
              <a:avLst/>
            </a:prstGeom>
            <a:solidFill>
              <a:srgbClr val="66AD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6" name="attn_heatmap_6_15">
              <a:extLst>
                <a:ext uri="{FF2B5EF4-FFF2-40B4-BE49-F238E27FC236}">
                  <a16:creationId xmlns:a16="http://schemas.microsoft.com/office/drawing/2014/main" id="{F3869B94-D8A0-E741-8FF7-18F042D5223A}"/>
                </a:ext>
              </a:extLst>
            </p:cNvPr>
            <p:cNvSpPr/>
            <p:nvPr/>
          </p:nvSpPr>
          <p:spPr>
            <a:xfrm>
              <a:off x="16091745" y="5282480"/>
              <a:ext cx="58999" cy="57753"/>
            </a:xfrm>
            <a:prstGeom prst="rect">
              <a:avLst/>
            </a:prstGeom>
            <a:solidFill>
              <a:srgbClr val="B2B31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7" name="attn_heatmap_6_16">
              <a:extLst>
                <a:ext uri="{FF2B5EF4-FFF2-40B4-BE49-F238E27FC236}">
                  <a16:creationId xmlns:a16="http://schemas.microsoft.com/office/drawing/2014/main" id="{F20A241E-14D1-6C84-67B6-C9402B049B8F}"/>
                </a:ext>
              </a:extLst>
            </p:cNvPr>
            <p:cNvSpPr/>
            <p:nvPr/>
          </p:nvSpPr>
          <p:spPr>
            <a:xfrm>
              <a:off x="16150744" y="5282480"/>
              <a:ext cx="59000" cy="57753"/>
            </a:xfrm>
            <a:prstGeom prst="rect">
              <a:avLst/>
            </a:prstGeom>
            <a:solidFill>
              <a:srgbClr val="CFDE1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8" name="attn_heatmap_6_17">
              <a:extLst>
                <a:ext uri="{FF2B5EF4-FFF2-40B4-BE49-F238E27FC236}">
                  <a16:creationId xmlns:a16="http://schemas.microsoft.com/office/drawing/2014/main" id="{CF8E4CCF-B139-B0ED-8CA2-3C9CFCB0703B}"/>
                </a:ext>
              </a:extLst>
            </p:cNvPr>
            <p:cNvSpPr/>
            <p:nvPr/>
          </p:nvSpPr>
          <p:spPr>
            <a:xfrm>
              <a:off x="16209742" y="5282480"/>
              <a:ext cx="59000" cy="57753"/>
            </a:xfrm>
            <a:prstGeom prst="rect">
              <a:avLst/>
            </a:prstGeom>
            <a:solidFill>
              <a:srgbClr val="D5E1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9" name="attn_heatmap_6_18">
              <a:extLst>
                <a:ext uri="{FF2B5EF4-FFF2-40B4-BE49-F238E27FC236}">
                  <a16:creationId xmlns:a16="http://schemas.microsoft.com/office/drawing/2014/main" id="{C8625E1B-7656-4DDD-FFE3-D0FAB30D87FD}"/>
                </a:ext>
              </a:extLst>
            </p:cNvPr>
            <p:cNvSpPr/>
            <p:nvPr/>
          </p:nvSpPr>
          <p:spPr>
            <a:xfrm>
              <a:off x="16268742" y="5282480"/>
              <a:ext cx="58999" cy="57753"/>
            </a:xfrm>
            <a:prstGeom prst="rect">
              <a:avLst/>
            </a:prstGeom>
            <a:solidFill>
              <a:srgbClr val="94D5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0" name="attn_heatmap_6_19">
              <a:extLst>
                <a:ext uri="{FF2B5EF4-FFF2-40B4-BE49-F238E27FC236}">
                  <a16:creationId xmlns:a16="http://schemas.microsoft.com/office/drawing/2014/main" id="{48FBC417-39A5-D8CF-D8D1-69819C7BE943}"/>
                </a:ext>
              </a:extLst>
            </p:cNvPr>
            <p:cNvSpPr/>
            <p:nvPr/>
          </p:nvSpPr>
          <p:spPr>
            <a:xfrm>
              <a:off x="16327740" y="5282480"/>
              <a:ext cx="58999" cy="57753"/>
            </a:xfrm>
            <a:prstGeom prst="rect">
              <a:avLst/>
            </a:prstGeom>
            <a:solidFill>
              <a:srgbClr val="65B0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1" name="attn_heatmap_6_20">
              <a:extLst>
                <a:ext uri="{FF2B5EF4-FFF2-40B4-BE49-F238E27FC236}">
                  <a16:creationId xmlns:a16="http://schemas.microsoft.com/office/drawing/2014/main" id="{87CC1A94-94DD-C02C-EDD3-0D9975CEFAF4}"/>
                </a:ext>
              </a:extLst>
            </p:cNvPr>
            <p:cNvSpPr/>
            <p:nvPr/>
          </p:nvSpPr>
          <p:spPr>
            <a:xfrm>
              <a:off x="16386739" y="5282480"/>
              <a:ext cx="59000" cy="57753"/>
            </a:xfrm>
            <a:prstGeom prst="rect">
              <a:avLst/>
            </a:prstGeom>
            <a:solidFill>
              <a:srgbClr val="7BC94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2" name="attn_heatmap_6_21">
              <a:extLst>
                <a:ext uri="{FF2B5EF4-FFF2-40B4-BE49-F238E27FC236}">
                  <a16:creationId xmlns:a16="http://schemas.microsoft.com/office/drawing/2014/main" id="{59CD73AA-9E8E-46E0-AEBC-23586E27257F}"/>
                </a:ext>
              </a:extLst>
            </p:cNvPr>
            <p:cNvSpPr/>
            <p:nvPr/>
          </p:nvSpPr>
          <p:spPr>
            <a:xfrm>
              <a:off x="16445739" y="5282480"/>
              <a:ext cx="58999" cy="57753"/>
            </a:xfrm>
            <a:prstGeom prst="rect">
              <a:avLst/>
            </a:prstGeom>
            <a:solidFill>
              <a:srgbClr val="E1B21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3" name="attn_heatmap_6_22">
              <a:extLst>
                <a:ext uri="{FF2B5EF4-FFF2-40B4-BE49-F238E27FC236}">
                  <a16:creationId xmlns:a16="http://schemas.microsoft.com/office/drawing/2014/main" id="{14569551-0A1D-43C3-68FA-69EA09E19DBE}"/>
                </a:ext>
              </a:extLst>
            </p:cNvPr>
            <p:cNvSpPr/>
            <p:nvPr/>
          </p:nvSpPr>
          <p:spPr>
            <a:xfrm>
              <a:off x="16504737" y="5282480"/>
              <a:ext cx="58999" cy="57753"/>
            </a:xfrm>
            <a:prstGeom prst="rect">
              <a:avLst/>
            </a:prstGeom>
            <a:solidFill>
              <a:srgbClr val="AEC01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4" name="attn_heatmap_6_23">
              <a:extLst>
                <a:ext uri="{FF2B5EF4-FFF2-40B4-BE49-F238E27FC236}">
                  <a16:creationId xmlns:a16="http://schemas.microsoft.com/office/drawing/2014/main" id="{0DAC9399-BBE4-3CA3-76EB-607F936E022B}"/>
                </a:ext>
              </a:extLst>
            </p:cNvPr>
            <p:cNvSpPr/>
            <p:nvPr/>
          </p:nvSpPr>
          <p:spPr>
            <a:xfrm>
              <a:off x="16563736" y="5282480"/>
              <a:ext cx="59000" cy="57753"/>
            </a:xfrm>
            <a:prstGeom prst="rect">
              <a:avLst/>
            </a:prstGeom>
            <a:solidFill>
              <a:srgbClr val="C9DE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5" name="attn_heatmap_7_0">
              <a:extLst>
                <a:ext uri="{FF2B5EF4-FFF2-40B4-BE49-F238E27FC236}">
                  <a16:creationId xmlns:a16="http://schemas.microsoft.com/office/drawing/2014/main" id="{3C23F524-400D-988C-8BCA-B99CCD80344E}"/>
                </a:ext>
              </a:extLst>
            </p:cNvPr>
            <p:cNvSpPr/>
            <p:nvPr/>
          </p:nvSpPr>
          <p:spPr>
            <a:xfrm>
              <a:off x="15206762" y="5340232"/>
              <a:ext cx="58999" cy="57753"/>
            </a:xfrm>
            <a:prstGeom prst="rect">
              <a:avLst/>
            </a:prstGeom>
            <a:solidFill>
              <a:srgbClr val="E7E43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6" name="attn_heatmap_7_1">
              <a:extLst>
                <a:ext uri="{FF2B5EF4-FFF2-40B4-BE49-F238E27FC236}">
                  <a16:creationId xmlns:a16="http://schemas.microsoft.com/office/drawing/2014/main" id="{BA3CE6AB-1F0E-939C-20AA-78DF9044C153}"/>
                </a:ext>
              </a:extLst>
            </p:cNvPr>
            <p:cNvSpPr/>
            <p:nvPr/>
          </p:nvSpPr>
          <p:spPr>
            <a:xfrm>
              <a:off x="15265760" y="5340232"/>
              <a:ext cx="58999" cy="57753"/>
            </a:xfrm>
            <a:prstGeom prst="rect">
              <a:avLst/>
            </a:prstGeom>
            <a:solidFill>
              <a:srgbClr val="88D7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7" name="attn_heatmap_7_2">
              <a:extLst>
                <a:ext uri="{FF2B5EF4-FFF2-40B4-BE49-F238E27FC236}">
                  <a16:creationId xmlns:a16="http://schemas.microsoft.com/office/drawing/2014/main" id="{1CDBFD38-D90D-7EF2-CE5B-9D20AB0F91D2}"/>
                </a:ext>
              </a:extLst>
            </p:cNvPr>
            <p:cNvSpPr/>
            <p:nvPr/>
          </p:nvSpPr>
          <p:spPr>
            <a:xfrm>
              <a:off x="15324759" y="5340232"/>
              <a:ext cx="59000" cy="57753"/>
            </a:xfrm>
            <a:prstGeom prst="rect">
              <a:avLst/>
            </a:prstGeom>
            <a:solidFill>
              <a:srgbClr val="A8D9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8" name="attn_heatmap_7_3">
              <a:extLst>
                <a:ext uri="{FF2B5EF4-FFF2-40B4-BE49-F238E27FC236}">
                  <a16:creationId xmlns:a16="http://schemas.microsoft.com/office/drawing/2014/main" id="{910293E0-E731-4BBA-65DF-59B433DCCEED}"/>
                </a:ext>
              </a:extLst>
            </p:cNvPr>
            <p:cNvSpPr/>
            <p:nvPr/>
          </p:nvSpPr>
          <p:spPr>
            <a:xfrm>
              <a:off x="15383759" y="5340232"/>
              <a:ext cx="58999" cy="57753"/>
            </a:xfrm>
            <a:prstGeom prst="rect">
              <a:avLst/>
            </a:prstGeom>
            <a:solidFill>
              <a:srgbClr val="CFDF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9" name="attn_heatmap_7_4">
              <a:extLst>
                <a:ext uri="{FF2B5EF4-FFF2-40B4-BE49-F238E27FC236}">
                  <a16:creationId xmlns:a16="http://schemas.microsoft.com/office/drawing/2014/main" id="{0A9BEA03-E5DE-EEB0-5A00-2B0E2B27891A}"/>
                </a:ext>
              </a:extLst>
            </p:cNvPr>
            <p:cNvSpPr/>
            <p:nvPr/>
          </p:nvSpPr>
          <p:spPr>
            <a:xfrm>
              <a:off x="15442757" y="5340232"/>
              <a:ext cx="58999" cy="57753"/>
            </a:xfrm>
            <a:prstGeom prst="rect">
              <a:avLst/>
            </a:prstGeom>
            <a:solidFill>
              <a:srgbClr val="CBE1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0" name="attn_heatmap_7_5">
              <a:extLst>
                <a:ext uri="{FF2B5EF4-FFF2-40B4-BE49-F238E27FC236}">
                  <a16:creationId xmlns:a16="http://schemas.microsoft.com/office/drawing/2014/main" id="{1B1ADA4D-8F04-CF89-3C67-E92225A413D9}"/>
                </a:ext>
              </a:extLst>
            </p:cNvPr>
            <p:cNvSpPr/>
            <p:nvPr/>
          </p:nvSpPr>
          <p:spPr>
            <a:xfrm>
              <a:off x="15501756" y="5340232"/>
              <a:ext cx="59000" cy="57753"/>
            </a:xfrm>
            <a:prstGeom prst="rect">
              <a:avLst/>
            </a:prstGeom>
            <a:solidFill>
              <a:srgbClr val="9ED9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1" name="attn_heatmap_7_6">
              <a:extLst>
                <a:ext uri="{FF2B5EF4-FFF2-40B4-BE49-F238E27FC236}">
                  <a16:creationId xmlns:a16="http://schemas.microsoft.com/office/drawing/2014/main" id="{418AEA7D-9831-1585-8349-E88C64FF0D54}"/>
                </a:ext>
              </a:extLst>
            </p:cNvPr>
            <p:cNvSpPr/>
            <p:nvPr/>
          </p:nvSpPr>
          <p:spPr>
            <a:xfrm>
              <a:off x="15560754" y="5340232"/>
              <a:ext cx="59000" cy="57753"/>
            </a:xfrm>
            <a:prstGeom prst="rect">
              <a:avLst/>
            </a:prstGeom>
            <a:solidFill>
              <a:srgbClr val="FDE5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2" name="attn_heatmap_7_7">
              <a:extLst>
                <a:ext uri="{FF2B5EF4-FFF2-40B4-BE49-F238E27FC236}">
                  <a16:creationId xmlns:a16="http://schemas.microsoft.com/office/drawing/2014/main" id="{2C6F49F8-04FF-FF3B-E113-CFD45A730CE7}"/>
                </a:ext>
              </a:extLst>
            </p:cNvPr>
            <p:cNvSpPr/>
            <p:nvPr/>
          </p:nvSpPr>
          <p:spPr>
            <a:xfrm>
              <a:off x="15619754" y="5340232"/>
              <a:ext cx="58999" cy="57753"/>
            </a:xfrm>
            <a:prstGeom prst="rect">
              <a:avLst/>
            </a:prstGeom>
            <a:solidFill>
              <a:srgbClr val="FDE5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3" name="attn_heatmap_7_8">
              <a:extLst>
                <a:ext uri="{FF2B5EF4-FFF2-40B4-BE49-F238E27FC236}">
                  <a16:creationId xmlns:a16="http://schemas.microsoft.com/office/drawing/2014/main" id="{61FC2619-DDFD-375C-3DB4-CE5E8C68EB4C}"/>
                </a:ext>
              </a:extLst>
            </p:cNvPr>
            <p:cNvSpPr/>
            <p:nvPr/>
          </p:nvSpPr>
          <p:spPr>
            <a:xfrm>
              <a:off x="15678753" y="5340232"/>
              <a:ext cx="59000" cy="57753"/>
            </a:xfrm>
            <a:prstGeom prst="rect">
              <a:avLst/>
            </a:prstGeom>
            <a:solidFill>
              <a:srgbClr val="A0470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4" name="attn_heatmap_7_9">
              <a:extLst>
                <a:ext uri="{FF2B5EF4-FFF2-40B4-BE49-F238E27FC236}">
                  <a16:creationId xmlns:a16="http://schemas.microsoft.com/office/drawing/2014/main" id="{D82C0673-B33C-09D1-1268-F4987FED0183}"/>
                </a:ext>
              </a:extLst>
            </p:cNvPr>
            <p:cNvSpPr/>
            <p:nvPr/>
          </p:nvSpPr>
          <p:spPr>
            <a:xfrm>
              <a:off x="15737751" y="5340232"/>
              <a:ext cx="59000" cy="57753"/>
            </a:xfrm>
            <a:prstGeom prst="rect">
              <a:avLst/>
            </a:prstGeom>
            <a:solidFill>
              <a:srgbClr val="ECE7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5" name="attn_heatmap_7_10">
              <a:extLst>
                <a:ext uri="{FF2B5EF4-FFF2-40B4-BE49-F238E27FC236}">
                  <a16:creationId xmlns:a16="http://schemas.microsoft.com/office/drawing/2014/main" id="{BE2B767F-2D3B-5CF0-BAE0-D10D4808299C}"/>
                </a:ext>
              </a:extLst>
            </p:cNvPr>
            <p:cNvSpPr/>
            <p:nvPr/>
          </p:nvSpPr>
          <p:spPr>
            <a:xfrm>
              <a:off x="15796751" y="5340232"/>
              <a:ext cx="58999" cy="57753"/>
            </a:xfrm>
            <a:prstGeom prst="rect">
              <a:avLst/>
            </a:prstGeom>
            <a:solidFill>
              <a:srgbClr val="B9DD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6" name="attn_heatmap_7_11">
              <a:extLst>
                <a:ext uri="{FF2B5EF4-FFF2-40B4-BE49-F238E27FC236}">
                  <a16:creationId xmlns:a16="http://schemas.microsoft.com/office/drawing/2014/main" id="{C4A25D7F-A6C5-D44C-9C9C-06F07B4016A0}"/>
                </a:ext>
              </a:extLst>
            </p:cNvPr>
            <p:cNvSpPr/>
            <p:nvPr/>
          </p:nvSpPr>
          <p:spPr>
            <a:xfrm>
              <a:off x="15855748" y="5340232"/>
              <a:ext cx="59000" cy="57753"/>
            </a:xfrm>
            <a:prstGeom prst="rect">
              <a:avLst/>
            </a:prstGeom>
            <a:solidFill>
              <a:srgbClr val="D0DC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7" name="attn_heatmap_7_12">
              <a:extLst>
                <a:ext uri="{FF2B5EF4-FFF2-40B4-BE49-F238E27FC236}">
                  <a16:creationId xmlns:a16="http://schemas.microsoft.com/office/drawing/2014/main" id="{04622795-6C0E-D07B-13BC-89EDCEE1DBC8}"/>
                </a:ext>
              </a:extLst>
            </p:cNvPr>
            <p:cNvSpPr/>
            <p:nvPr/>
          </p:nvSpPr>
          <p:spPr>
            <a:xfrm>
              <a:off x="15914748" y="5340232"/>
              <a:ext cx="58999" cy="57753"/>
            </a:xfrm>
            <a:prstGeom prst="rect">
              <a:avLst/>
            </a:prstGeom>
            <a:solidFill>
              <a:srgbClr val="DAE21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8" name="attn_heatmap_7_13">
              <a:extLst>
                <a:ext uri="{FF2B5EF4-FFF2-40B4-BE49-F238E27FC236}">
                  <a16:creationId xmlns:a16="http://schemas.microsoft.com/office/drawing/2014/main" id="{A16218B4-AC69-BA06-FE47-46EB70C69C6F}"/>
                </a:ext>
              </a:extLst>
            </p:cNvPr>
            <p:cNvSpPr/>
            <p:nvPr/>
          </p:nvSpPr>
          <p:spPr>
            <a:xfrm>
              <a:off x="15973747" y="5340232"/>
              <a:ext cx="59000" cy="57753"/>
            </a:xfrm>
            <a:prstGeom prst="rect">
              <a:avLst/>
            </a:prstGeom>
            <a:solidFill>
              <a:srgbClr val="88D3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9" name="attn_heatmap_7_14">
              <a:extLst>
                <a:ext uri="{FF2B5EF4-FFF2-40B4-BE49-F238E27FC236}">
                  <a16:creationId xmlns:a16="http://schemas.microsoft.com/office/drawing/2014/main" id="{419F5AE1-6C9B-668B-1FA3-8875C9BCC37C}"/>
                </a:ext>
              </a:extLst>
            </p:cNvPr>
            <p:cNvSpPr/>
            <p:nvPr/>
          </p:nvSpPr>
          <p:spPr>
            <a:xfrm>
              <a:off x="16032745" y="5340232"/>
              <a:ext cx="59000" cy="57753"/>
            </a:xfrm>
            <a:prstGeom prst="rect">
              <a:avLst/>
            </a:prstGeom>
            <a:solidFill>
              <a:srgbClr val="69AD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0" name="attn_heatmap_7_15">
              <a:extLst>
                <a:ext uri="{FF2B5EF4-FFF2-40B4-BE49-F238E27FC236}">
                  <a16:creationId xmlns:a16="http://schemas.microsoft.com/office/drawing/2014/main" id="{9B035EDB-DE5F-1E87-FB6A-83F50FC1394F}"/>
                </a:ext>
              </a:extLst>
            </p:cNvPr>
            <p:cNvSpPr/>
            <p:nvPr/>
          </p:nvSpPr>
          <p:spPr>
            <a:xfrm>
              <a:off x="16091745" y="5340232"/>
              <a:ext cx="58999" cy="57753"/>
            </a:xfrm>
            <a:prstGeom prst="rect">
              <a:avLst/>
            </a:prstGeom>
            <a:solidFill>
              <a:srgbClr val="DEE0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1" name="attn_heatmap_7_16">
              <a:extLst>
                <a:ext uri="{FF2B5EF4-FFF2-40B4-BE49-F238E27FC236}">
                  <a16:creationId xmlns:a16="http://schemas.microsoft.com/office/drawing/2014/main" id="{BB686F46-AA09-7D45-04E4-1A6B9CAF4238}"/>
                </a:ext>
              </a:extLst>
            </p:cNvPr>
            <p:cNvSpPr/>
            <p:nvPr/>
          </p:nvSpPr>
          <p:spPr>
            <a:xfrm>
              <a:off x="16150744" y="5340232"/>
              <a:ext cx="59000" cy="57753"/>
            </a:xfrm>
            <a:prstGeom prst="rect">
              <a:avLst/>
            </a:prstGeom>
            <a:solidFill>
              <a:srgbClr val="D6DD1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2" name="attn_heatmap_7_17">
              <a:extLst>
                <a:ext uri="{FF2B5EF4-FFF2-40B4-BE49-F238E27FC236}">
                  <a16:creationId xmlns:a16="http://schemas.microsoft.com/office/drawing/2014/main" id="{830F4FDA-268B-820D-1C38-7FEB91427C91}"/>
                </a:ext>
              </a:extLst>
            </p:cNvPr>
            <p:cNvSpPr/>
            <p:nvPr/>
          </p:nvSpPr>
          <p:spPr>
            <a:xfrm>
              <a:off x="16209742" y="5340232"/>
              <a:ext cx="59000" cy="57753"/>
            </a:xfrm>
            <a:prstGeom prst="rect">
              <a:avLst/>
            </a:prstGeom>
            <a:solidFill>
              <a:srgbClr val="EDDF1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3" name="attn_heatmap_7_18">
              <a:extLst>
                <a:ext uri="{FF2B5EF4-FFF2-40B4-BE49-F238E27FC236}">
                  <a16:creationId xmlns:a16="http://schemas.microsoft.com/office/drawing/2014/main" id="{0E564735-16BD-A7DA-5ED1-DEAD93243877}"/>
                </a:ext>
              </a:extLst>
            </p:cNvPr>
            <p:cNvSpPr/>
            <p:nvPr/>
          </p:nvSpPr>
          <p:spPr>
            <a:xfrm>
              <a:off x="16268742" y="5340232"/>
              <a:ext cx="58999" cy="57753"/>
            </a:xfrm>
            <a:prstGeom prst="rect">
              <a:avLst/>
            </a:prstGeom>
            <a:solidFill>
              <a:srgbClr val="7DD23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4" name="attn_heatmap_7_19">
              <a:extLst>
                <a:ext uri="{FF2B5EF4-FFF2-40B4-BE49-F238E27FC236}">
                  <a16:creationId xmlns:a16="http://schemas.microsoft.com/office/drawing/2014/main" id="{B9E3CF6F-11CE-1C5E-452F-56586F9EA73E}"/>
                </a:ext>
              </a:extLst>
            </p:cNvPr>
            <p:cNvSpPr/>
            <p:nvPr/>
          </p:nvSpPr>
          <p:spPr>
            <a:xfrm>
              <a:off x="16327740" y="5340232"/>
              <a:ext cx="58999" cy="57753"/>
            </a:xfrm>
            <a:prstGeom prst="rect">
              <a:avLst/>
            </a:prstGeom>
            <a:solidFill>
              <a:srgbClr val="6EAE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5" name="attn_heatmap_7_20">
              <a:extLst>
                <a:ext uri="{FF2B5EF4-FFF2-40B4-BE49-F238E27FC236}">
                  <a16:creationId xmlns:a16="http://schemas.microsoft.com/office/drawing/2014/main" id="{C8EC42A7-2091-5CBC-6DD5-F2F728793C54}"/>
                </a:ext>
              </a:extLst>
            </p:cNvPr>
            <p:cNvSpPr/>
            <p:nvPr/>
          </p:nvSpPr>
          <p:spPr>
            <a:xfrm>
              <a:off x="16386739" y="5340232"/>
              <a:ext cx="59000" cy="57753"/>
            </a:xfrm>
            <a:prstGeom prst="rect">
              <a:avLst/>
            </a:prstGeom>
            <a:solidFill>
              <a:srgbClr val="8DCF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6" name="attn_heatmap_7_21">
              <a:extLst>
                <a:ext uri="{FF2B5EF4-FFF2-40B4-BE49-F238E27FC236}">
                  <a16:creationId xmlns:a16="http://schemas.microsoft.com/office/drawing/2014/main" id="{33B9E1CC-B835-C6A9-BD1D-977E69EBFD3E}"/>
                </a:ext>
              </a:extLst>
            </p:cNvPr>
            <p:cNvSpPr/>
            <p:nvPr/>
          </p:nvSpPr>
          <p:spPr>
            <a:xfrm>
              <a:off x="16445739" y="5340232"/>
              <a:ext cx="58999" cy="57753"/>
            </a:xfrm>
            <a:prstGeom prst="rect">
              <a:avLst/>
            </a:prstGeom>
            <a:solidFill>
              <a:srgbClr val="8DCF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7" name="attn_heatmap_7_22">
              <a:extLst>
                <a:ext uri="{FF2B5EF4-FFF2-40B4-BE49-F238E27FC236}">
                  <a16:creationId xmlns:a16="http://schemas.microsoft.com/office/drawing/2014/main" id="{62E68E0F-EFA5-77FD-6B5C-9DB2639B9E48}"/>
                </a:ext>
              </a:extLst>
            </p:cNvPr>
            <p:cNvSpPr/>
            <p:nvPr/>
          </p:nvSpPr>
          <p:spPr>
            <a:xfrm>
              <a:off x="16504737" y="5340232"/>
              <a:ext cx="58999" cy="57753"/>
            </a:xfrm>
            <a:prstGeom prst="rect">
              <a:avLst/>
            </a:prstGeom>
            <a:solidFill>
              <a:srgbClr val="D3E0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8" name="attn_heatmap_7_23">
              <a:extLst>
                <a:ext uri="{FF2B5EF4-FFF2-40B4-BE49-F238E27FC236}">
                  <a16:creationId xmlns:a16="http://schemas.microsoft.com/office/drawing/2014/main" id="{6B8F301A-9868-D0C2-CA47-7404E6CF9743}"/>
                </a:ext>
              </a:extLst>
            </p:cNvPr>
            <p:cNvSpPr/>
            <p:nvPr/>
          </p:nvSpPr>
          <p:spPr>
            <a:xfrm>
              <a:off x="16563736" y="5340232"/>
              <a:ext cx="59000" cy="57753"/>
            </a:xfrm>
            <a:prstGeom prst="rect">
              <a:avLst/>
            </a:prstGeom>
            <a:solidFill>
              <a:srgbClr val="DBE0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9" name="attn_heatmap_8_0">
              <a:extLst>
                <a:ext uri="{FF2B5EF4-FFF2-40B4-BE49-F238E27FC236}">
                  <a16:creationId xmlns:a16="http://schemas.microsoft.com/office/drawing/2014/main" id="{EF8E2BBA-30BD-EA8C-3BBA-771CDBE4D25C}"/>
                </a:ext>
              </a:extLst>
            </p:cNvPr>
            <p:cNvSpPr/>
            <p:nvPr/>
          </p:nvSpPr>
          <p:spPr>
            <a:xfrm>
              <a:off x="15206762" y="5397985"/>
              <a:ext cx="58999" cy="57753"/>
            </a:xfrm>
            <a:prstGeom prst="rect">
              <a:avLst/>
            </a:prstGeom>
            <a:solidFill>
              <a:srgbClr val="E5E54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0" name="attn_heatmap_8_1">
              <a:extLst>
                <a:ext uri="{FF2B5EF4-FFF2-40B4-BE49-F238E27FC236}">
                  <a16:creationId xmlns:a16="http://schemas.microsoft.com/office/drawing/2014/main" id="{98779A6B-0A45-10C4-BCBB-1A4F4DB7F0FB}"/>
                </a:ext>
              </a:extLst>
            </p:cNvPr>
            <p:cNvSpPr/>
            <p:nvPr/>
          </p:nvSpPr>
          <p:spPr>
            <a:xfrm>
              <a:off x="15265760" y="5397985"/>
              <a:ext cx="58999" cy="57753"/>
            </a:xfrm>
            <a:prstGeom prst="rect">
              <a:avLst/>
            </a:prstGeom>
            <a:solidFill>
              <a:srgbClr val="A5D93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1" name="attn_heatmap_8_2">
              <a:extLst>
                <a:ext uri="{FF2B5EF4-FFF2-40B4-BE49-F238E27FC236}">
                  <a16:creationId xmlns:a16="http://schemas.microsoft.com/office/drawing/2014/main" id="{A7490794-B926-9260-AD39-2E6C64F8CF94}"/>
                </a:ext>
              </a:extLst>
            </p:cNvPr>
            <p:cNvSpPr/>
            <p:nvPr/>
          </p:nvSpPr>
          <p:spPr>
            <a:xfrm>
              <a:off x="15324759" y="5397985"/>
              <a:ext cx="59000" cy="57753"/>
            </a:xfrm>
            <a:prstGeom prst="rect">
              <a:avLst/>
            </a:prstGeom>
            <a:solidFill>
              <a:srgbClr val="B4DC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2" name="attn_heatmap_8_3">
              <a:extLst>
                <a:ext uri="{FF2B5EF4-FFF2-40B4-BE49-F238E27FC236}">
                  <a16:creationId xmlns:a16="http://schemas.microsoft.com/office/drawing/2014/main" id="{0055AFAE-C461-4EFB-5CBA-4342F0106814}"/>
                </a:ext>
              </a:extLst>
            </p:cNvPr>
            <p:cNvSpPr/>
            <p:nvPr/>
          </p:nvSpPr>
          <p:spPr>
            <a:xfrm>
              <a:off x="15383759" y="5397985"/>
              <a:ext cx="58999" cy="57753"/>
            </a:xfrm>
            <a:prstGeom prst="rect">
              <a:avLst/>
            </a:prstGeom>
            <a:solidFill>
              <a:srgbClr val="CBE1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3" name="attn_heatmap_8_4">
              <a:extLst>
                <a:ext uri="{FF2B5EF4-FFF2-40B4-BE49-F238E27FC236}">
                  <a16:creationId xmlns:a16="http://schemas.microsoft.com/office/drawing/2014/main" id="{44D8583D-847D-3D1E-1200-BE613AF0CF7B}"/>
                </a:ext>
              </a:extLst>
            </p:cNvPr>
            <p:cNvSpPr/>
            <p:nvPr/>
          </p:nvSpPr>
          <p:spPr>
            <a:xfrm>
              <a:off x="15442757" y="5397985"/>
              <a:ext cx="58999" cy="57753"/>
            </a:xfrm>
            <a:prstGeom prst="rect">
              <a:avLst/>
            </a:prstGeom>
            <a:solidFill>
              <a:srgbClr val="D0E0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4" name="attn_heatmap_8_5">
              <a:extLst>
                <a:ext uri="{FF2B5EF4-FFF2-40B4-BE49-F238E27FC236}">
                  <a16:creationId xmlns:a16="http://schemas.microsoft.com/office/drawing/2014/main" id="{48BCBA82-8FCB-F49D-3917-ED1200E8A905}"/>
                </a:ext>
              </a:extLst>
            </p:cNvPr>
            <p:cNvSpPr/>
            <p:nvPr/>
          </p:nvSpPr>
          <p:spPr>
            <a:xfrm>
              <a:off x="15501756" y="5397985"/>
              <a:ext cx="59000" cy="57753"/>
            </a:xfrm>
            <a:prstGeom prst="rect">
              <a:avLst/>
            </a:prstGeom>
            <a:solidFill>
              <a:srgbClr val="B3D93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5" name="attn_heatmap_8_6">
              <a:extLst>
                <a:ext uri="{FF2B5EF4-FFF2-40B4-BE49-F238E27FC236}">
                  <a16:creationId xmlns:a16="http://schemas.microsoft.com/office/drawing/2014/main" id="{042E1C05-DF9A-F4DC-B50E-B1C714682EFC}"/>
                </a:ext>
              </a:extLst>
            </p:cNvPr>
            <p:cNvSpPr/>
            <p:nvPr/>
          </p:nvSpPr>
          <p:spPr>
            <a:xfrm>
              <a:off x="15560754" y="5397985"/>
              <a:ext cx="59000" cy="57753"/>
            </a:xfrm>
            <a:prstGeom prst="rect">
              <a:avLst/>
            </a:prstGeom>
            <a:solidFill>
              <a:srgbClr val="DAE2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6" name="attn_heatmap_8_7">
              <a:extLst>
                <a:ext uri="{FF2B5EF4-FFF2-40B4-BE49-F238E27FC236}">
                  <a16:creationId xmlns:a16="http://schemas.microsoft.com/office/drawing/2014/main" id="{744FEB9C-6A07-53DB-CE18-E91858589827}"/>
                </a:ext>
              </a:extLst>
            </p:cNvPr>
            <p:cNvSpPr/>
            <p:nvPr/>
          </p:nvSpPr>
          <p:spPr>
            <a:xfrm>
              <a:off x="15619754" y="5397985"/>
              <a:ext cx="58999" cy="57753"/>
            </a:xfrm>
            <a:prstGeom prst="rect">
              <a:avLst/>
            </a:prstGeom>
            <a:solidFill>
              <a:srgbClr val="F9E7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7" name="attn_heatmap_8_8">
              <a:extLst>
                <a:ext uri="{FF2B5EF4-FFF2-40B4-BE49-F238E27FC236}">
                  <a16:creationId xmlns:a16="http://schemas.microsoft.com/office/drawing/2014/main" id="{0EAE5C01-C25D-DD62-2FDD-D424B444A418}"/>
                </a:ext>
              </a:extLst>
            </p:cNvPr>
            <p:cNvSpPr/>
            <p:nvPr/>
          </p:nvSpPr>
          <p:spPr>
            <a:xfrm>
              <a:off x="15678753" y="5397985"/>
              <a:ext cx="59000" cy="57753"/>
            </a:xfrm>
            <a:prstGeom prst="rect">
              <a:avLst/>
            </a:prstGeom>
            <a:solidFill>
              <a:srgbClr val="F9E7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8" name="attn_heatmap_8_9">
              <a:extLst>
                <a:ext uri="{FF2B5EF4-FFF2-40B4-BE49-F238E27FC236}">
                  <a16:creationId xmlns:a16="http://schemas.microsoft.com/office/drawing/2014/main" id="{EE6B0B56-3528-12AD-0469-24D7BBF36F3F}"/>
                </a:ext>
              </a:extLst>
            </p:cNvPr>
            <p:cNvSpPr/>
            <p:nvPr/>
          </p:nvSpPr>
          <p:spPr>
            <a:xfrm>
              <a:off x="15737751" y="5397985"/>
              <a:ext cx="59000" cy="57753"/>
            </a:xfrm>
            <a:prstGeom prst="rect">
              <a:avLst/>
            </a:prstGeom>
            <a:solidFill>
              <a:srgbClr val="F0E7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9" name="attn_heatmap_8_10">
              <a:extLst>
                <a:ext uri="{FF2B5EF4-FFF2-40B4-BE49-F238E27FC236}">
                  <a16:creationId xmlns:a16="http://schemas.microsoft.com/office/drawing/2014/main" id="{F51D1A46-DB11-28B0-5485-52BBEF89658C}"/>
                </a:ext>
              </a:extLst>
            </p:cNvPr>
            <p:cNvSpPr/>
            <p:nvPr/>
          </p:nvSpPr>
          <p:spPr>
            <a:xfrm>
              <a:off x="15796751" y="5397985"/>
              <a:ext cx="58999" cy="57753"/>
            </a:xfrm>
            <a:prstGeom prst="rect">
              <a:avLst/>
            </a:prstGeom>
            <a:solidFill>
              <a:srgbClr val="DDE2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0" name="attn_heatmap_8_11">
              <a:extLst>
                <a:ext uri="{FF2B5EF4-FFF2-40B4-BE49-F238E27FC236}">
                  <a16:creationId xmlns:a16="http://schemas.microsoft.com/office/drawing/2014/main" id="{857B2984-18B5-F2BC-3522-9528038FE10D}"/>
                </a:ext>
              </a:extLst>
            </p:cNvPr>
            <p:cNvSpPr/>
            <p:nvPr/>
          </p:nvSpPr>
          <p:spPr>
            <a:xfrm>
              <a:off x="15855748" y="5397985"/>
              <a:ext cx="59000" cy="57753"/>
            </a:xfrm>
            <a:prstGeom prst="rect">
              <a:avLst/>
            </a:prstGeom>
            <a:solidFill>
              <a:srgbClr val="F4E6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1" name="attn_heatmap_8_12">
              <a:extLst>
                <a:ext uri="{FF2B5EF4-FFF2-40B4-BE49-F238E27FC236}">
                  <a16:creationId xmlns:a16="http://schemas.microsoft.com/office/drawing/2014/main" id="{BC7278B5-AD19-99BE-AB6B-1F3DA0D9B40A}"/>
                </a:ext>
              </a:extLst>
            </p:cNvPr>
            <p:cNvSpPr/>
            <p:nvPr/>
          </p:nvSpPr>
          <p:spPr>
            <a:xfrm>
              <a:off x="15914748" y="5397985"/>
              <a:ext cx="58999" cy="57753"/>
            </a:xfrm>
            <a:prstGeom prst="rect">
              <a:avLst/>
            </a:prstGeom>
            <a:solidFill>
              <a:srgbClr val="E4E2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2" name="attn_heatmap_8_13">
              <a:extLst>
                <a:ext uri="{FF2B5EF4-FFF2-40B4-BE49-F238E27FC236}">
                  <a16:creationId xmlns:a16="http://schemas.microsoft.com/office/drawing/2014/main" id="{ADCD279A-560F-EE63-D507-B43B42FDD355}"/>
                </a:ext>
              </a:extLst>
            </p:cNvPr>
            <p:cNvSpPr/>
            <p:nvPr/>
          </p:nvSpPr>
          <p:spPr>
            <a:xfrm>
              <a:off x="15973747" y="5397985"/>
              <a:ext cx="59000" cy="57753"/>
            </a:xfrm>
            <a:prstGeom prst="rect">
              <a:avLst/>
            </a:prstGeom>
            <a:solidFill>
              <a:srgbClr val="BBDB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3" name="attn_heatmap_8_14">
              <a:extLst>
                <a:ext uri="{FF2B5EF4-FFF2-40B4-BE49-F238E27FC236}">
                  <a16:creationId xmlns:a16="http://schemas.microsoft.com/office/drawing/2014/main" id="{64E78BCA-8319-1A1C-4AF0-98B5014CEE21}"/>
                </a:ext>
              </a:extLst>
            </p:cNvPr>
            <p:cNvSpPr/>
            <p:nvPr/>
          </p:nvSpPr>
          <p:spPr>
            <a:xfrm>
              <a:off x="16032745" y="5397985"/>
              <a:ext cx="59000" cy="57753"/>
            </a:xfrm>
            <a:prstGeom prst="rect">
              <a:avLst/>
            </a:prstGeom>
            <a:solidFill>
              <a:srgbClr val="EBE5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4" name="attn_heatmap_8_15">
              <a:extLst>
                <a:ext uri="{FF2B5EF4-FFF2-40B4-BE49-F238E27FC236}">
                  <a16:creationId xmlns:a16="http://schemas.microsoft.com/office/drawing/2014/main" id="{888F7A85-F49D-1A7B-9429-086DAD3495DD}"/>
                </a:ext>
              </a:extLst>
            </p:cNvPr>
            <p:cNvSpPr/>
            <p:nvPr/>
          </p:nvSpPr>
          <p:spPr>
            <a:xfrm>
              <a:off x="16091745" y="5397985"/>
              <a:ext cx="58999" cy="57753"/>
            </a:xfrm>
            <a:prstGeom prst="rect">
              <a:avLst/>
            </a:prstGeom>
            <a:solidFill>
              <a:srgbClr val="E0E3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5" name="attn_heatmap_8_16">
              <a:extLst>
                <a:ext uri="{FF2B5EF4-FFF2-40B4-BE49-F238E27FC236}">
                  <a16:creationId xmlns:a16="http://schemas.microsoft.com/office/drawing/2014/main" id="{DDF29F2E-75D2-69D1-FD43-A2806C86A849}"/>
                </a:ext>
              </a:extLst>
            </p:cNvPr>
            <p:cNvSpPr/>
            <p:nvPr/>
          </p:nvSpPr>
          <p:spPr>
            <a:xfrm>
              <a:off x="16150744" y="5397985"/>
              <a:ext cx="59000" cy="57753"/>
            </a:xfrm>
            <a:prstGeom prst="rect">
              <a:avLst/>
            </a:prstGeom>
            <a:solidFill>
              <a:srgbClr val="E3E2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6" name="attn_heatmap_8_17">
              <a:extLst>
                <a:ext uri="{FF2B5EF4-FFF2-40B4-BE49-F238E27FC236}">
                  <a16:creationId xmlns:a16="http://schemas.microsoft.com/office/drawing/2014/main" id="{36850678-3D11-28A0-CA29-431BFD67A602}"/>
                </a:ext>
              </a:extLst>
            </p:cNvPr>
            <p:cNvSpPr/>
            <p:nvPr/>
          </p:nvSpPr>
          <p:spPr>
            <a:xfrm>
              <a:off x="16209742" y="5397985"/>
              <a:ext cx="59000" cy="57753"/>
            </a:xfrm>
            <a:prstGeom prst="rect">
              <a:avLst/>
            </a:prstGeom>
            <a:solidFill>
              <a:srgbClr val="EBE4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7" name="attn_heatmap_8_18">
              <a:extLst>
                <a:ext uri="{FF2B5EF4-FFF2-40B4-BE49-F238E27FC236}">
                  <a16:creationId xmlns:a16="http://schemas.microsoft.com/office/drawing/2014/main" id="{83331CF9-C8DE-EFF7-8FD7-8D9B05022DE0}"/>
                </a:ext>
              </a:extLst>
            </p:cNvPr>
            <p:cNvSpPr/>
            <p:nvPr/>
          </p:nvSpPr>
          <p:spPr>
            <a:xfrm>
              <a:off x="16268742" y="5397985"/>
              <a:ext cx="58999" cy="57753"/>
            </a:xfrm>
            <a:prstGeom prst="rect">
              <a:avLst/>
            </a:prstGeom>
            <a:solidFill>
              <a:srgbClr val="B1DB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8" name="attn_heatmap_8_19">
              <a:extLst>
                <a:ext uri="{FF2B5EF4-FFF2-40B4-BE49-F238E27FC236}">
                  <a16:creationId xmlns:a16="http://schemas.microsoft.com/office/drawing/2014/main" id="{3E8C3B54-0510-8F40-B80C-03C0B49EC12E}"/>
                </a:ext>
              </a:extLst>
            </p:cNvPr>
            <p:cNvSpPr/>
            <p:nvPr/>
          </p:nvSpPr>
          <p:spPr>
            <a:xfrm>
              <a:off x="16327740" y="5397985"/>
              <a:ext cx="58999" cy="57753"/>
            </a:xfrm>
            <a:prstGeom prst="rect">
              <a:avLst/>
            </a:prstGeom>
            <a:solidFill>
              <a:srgbClr val="F3E7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9" name="attn_heatmap_8_20">
              <a:extLst>
                <a:ext uri="{FF2B5EF4-FFF2-40B4-BE49-F238E27FC236}">
                  <a16:creationId xmlns:a16="http://schemas.microsoft.com/office/drawing/2014/main" id="{3B0C6EAF-3F73-67F2-52B6-D68FE1041483}"/>
                </a:ext>
              </a:extLst>
            </p:cNvPr>
            <p:cNvSpPr/>
            <p:nvPr/>
          </p:nvSpPr>
          <p:spPr>
            <a:xfrm>
              <a:off x="16386739" y="5397985"/>
              <a:ext cx="59000" cy="57753"/>
            </a:xfrm>
            <a:prstGeom prst="rect">
              <a:avLst/>
            </a:prstGeom>
            <a:solidFill>
              <a:srgbClr val="73CD5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0" name="attn_heatmap_8_21">
              <a:extLst>
                <a:ext uri="{FF2B5EF4-FFF2-40B4-BE49-F238E27FC236}">
                  <a16:creationId xmlns:a16="http://schemas.microsoft.com/office/drawing/2014/main" id="{F96D739B-11BA-4B6F-4112-5DBDF8F2300B}"/>
                </a:ext>
              </a:extLst>
            </p:cNvPr>
            <p:cNvSpPr/>
            <p:nvPr/>
          </p:nvSpPr>
          <p:spPr>
            <a:xfrm>
              <a:off x="16445739" y="5397985"/>
              <a:ext cx="58999" cy="57753"/>
            </a:xfrm>
            <a:prstGeom prst="rect">
              <a:avLst/>
            </a:prstGeom>
            <a:solidFill>
              <a:srgbClr val="F1E8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1" name="attn_heatmap_8_22">
              <a:extLst>
                <a:ext uri="{FF2B5EF4-FFF2-40B4-BE49-F238E27FC236}">
                  <a16:creationId xmlns:a16="http://schemas.microsoft.com/office/drawing/2014/main" id="{888ED6C2-570C-462B-0BBA-75E5337BAE88}"/>
                </a:ext>
              </a:extLst>
            </p:cNvPr>
            <p:cNvSpPr/>
            <p:nvPr/>
          </p:nvSpPr>
          <p:spPr>
            <a:xfrm>
              <a:off x="16504737" y="5397985"/>
              <a:ext cx="58999" cy="57753"/>
            </a:xfrm>
            <a:prstGeom prst="rect">
              <a:avLst/>
            </a:prstGeom>
            <a:solidFill>
              <a:srgbClr val="D6DE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2" name="attn_heatmap_8_23">
              <a:extLst>
                <a:ext uri="{FF2B5EF4-FFF2-40B4-BE49-F238E27FC236}">
                  <a16:creationId xmlns:a16="http://schemas.microsoft.com/office/drawing/2014/main" id="{483ACE4F-B21F-B8DC-6F9B-57F25E5B7E42}"/>
                </a:ext>
              </a:extLst>
            </p:cNvPr>
            <p:cNvSpPr/>
            <p:nvPr/>
          </p:nvSpPr>
          <p:spPr>
            <a:xfrm>
              <a:off x="16563736" y="5397985"/>
              <a:ext cx="59000" cy="57753"/>
            </a:xfrm>
            <a:prstGeom prst="rect">
              <a:avLst/>
            </a:prstGeom>
            <a:solidFill>
              <a:srgbClr val="D4E3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3" name="attn_heatmap_9_0">
              <a:extLst>
                <a:ext uri="{FF2B5EF4-FFF2-40B4-BE49-F238E27FC236}">
                  <a16:creationId xmlns:a16="http://schemas.microsoft.com/office/drawing/2014/main" id="{5DCBDE38-3B7A-E1B5-E8DE-1806127BAF07}"/>
                </a:ext>
              </a:extLst>
            </p:cNvPr>
            <p:cNvSpPr/>
            <p:nvPr/>
          </p:nvSpPr>
          <p:spPr>
            <a:xfrm>
              <a:off x="15206762" y="5455737"/>
              <a:ext cx="58999" cy="57753"/>
            </a:xfrm>
            <a:prstGeom prst="rect">
              <a:avLst/>
            </a:prstGeom>
            <a:solidFill>
              <a:srgbClr val="DBE63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4" name="attn_heatmap_9_1">
              <a:extLst>
                <a:ext uri="{FF2B5EF4-FFF2-40B4-BE49-F238E27FC236}">
                  <a16:creationId xmlns:a16="http://schemas.microsoft.com/office/drawing/2014/main" id="{81E16C90-2CE8-830F-34ED-574E278D681F}"/>
                </a:ext>
              </a:extLst>
            </p:cNvPr>
            <p:cNvSpPr/>
            <p:nvPr/>
          </p:nvSpPr>
          <p:spPr>
            <a:xfrm>
              <a:off x="15265760" y="5455737"/>
              <a:ext cx="58999" cy="57753"/>
            </a:xfrm>
            <a:prstGeom prst="rect">
              <a:avLst/>
            </a:prstGeom>
            <a:solidFill>
              <a:srgbClr val="A1D83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5" name="attn_heatmap_9_2">
              <a:extLst>
                <a:ext uri="{FF2B5EF4-FFF2-40B4-BE49-F238E27FC236}">
                  <a16:creationId xmlns:a16="http://schemas.microsoft.com/office/drawing/2014/main" id="{99924E66-68FB-6785-7BA0-4B56B667A25A}"/>
                </a:ext>
              </a:extLst>
            </p:cNvPr>
            <p:cNvSpPr/>
            <p:nvPr/>
          </p:nvSpPr>
          <p:spPr>
            <a:xfrm>
              <a:off x="15324759" y="5455737"/>
              <a:ext cx="59000" cy="57753"/>
            </a:xfrm>
            <a:prstGeom prst="rect">
              <a:avLst/>
            </a:prstGeom>
            <a:solidFill>
              <a:srgbClr val="BBDA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6" name="attn_heatmap_9_3">
              <a:extLst>
                <a:ext uri="{FF2B5EF4-FFF2-40B4-BE49-F238E27FC236}">
                  <a16:creationId xmlns:a16="http://schemas.microsoft.com/office/drawing/2014/main" id="{5C13CAB8-1A81-71CC-20B6-9038E22BF5F1}"/>
                </a:ext>
              </a:extLst>
            </p:cNvPr>
            <p:cNvSpPr/>
            <p:nvPr/>
          </p:nvSpPr>
          <p:spPr>
            <a:xfrm>
              <a:off x="15383759" y="5455737"/>
              <a:ext cx="58999" cy="57753"/>
            </a:xfrm>
            <a:prstGeom prst="rect">
              <a:avLst/>
            </a:prstGeom>
            <a:solidFill>
              <a:srgbClr val="C0E0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7" name="attn_heatmap_9_4">
              <a:extLst>
                <a:ext uri="{FF2B5EF4-FFF2-40B4-BE49-F238E27FC236}">
                  <a16:creationId xmlns:a16="http://schemas.microsoft.com/office/drawing/2014/main" id="{3FF41994-3358-EB4B-AFBB-2B5F412C8F8F}"/>
                </a:ext>
              </a:extLst>
            </p:cNvPr>
            <p:cNvSpPr/>
            <p:nvPr/>
          </p:nvSpPr>
          <p:spPr>
            <a:xfrm>
              <a:off x="15442757" y="5455737"/>
              <a:ext cx="58999" cy="57753"/>
            </a:xfrm>
            <a:prstGeom prst="rect">
              <a:avLst/>
            </a:prstGeom>
            <a:solidFill>
              <a:srgbClr val="CCE1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8" name="attn_heatmap_9_5">
              <a:extLst>
                <a:ext uri="{FF2B5EF4-FFF2-40B4-BE49-F238E27FC236}">
                  <a16:creationId xmlns:a16="http://schemas.microsoft.com/office/drawing/2014/main" id="{538E06AB-F763-76EB-9BBD-F7659B45D3B4}"/>
                </a:ext>
              </a:extLst>
            </p:cNvPr>
            <p:cNvSpPr/>
            <p:nvPr/>
          </p:nvSpPr>
          <p:spPr>
            <a:xfrm>
              <a:off x="15501756" y="5455737"/>
              <a:ext cx="59000" cy="57753"/>
            </a:xfrm>
            <a:prstGeom prst="rect">
              <a:avLst/>
            </a:prstGeom>
            <a:solidFill>
              <a:srgbClr val="AED93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9" name="attn_heatmap_9_6">
              <a:extLst>
                <a:ext uri="{FF2B5EF4-FFF2-40B4-BE49-F238E27FC236}">
                  <a16:creationId xmlns:a16="http://schemas.microsoft.com/office/drawing/2014/main" id="{C907C1D7-E5DE-BF07-45A1-7B17586373B4}"/>
                </a:ext>
              </a:extLst>
            </p:cNvPr>
            <p:cNvSpPr/>
            <p:nvPr/>
          </p:nvSpPr>
          <p:spPr>
            <a:xfrm>
              <a:off x="15560754" y="5455737"/>
              <a:ext cx="59000" cy="57753"/>
            </a:xfrm>
            <a:prstGeom prst="rect">
              <a:avLst/>
            </a:prstGeom>
            <a:solidFill>
              <a:srgbClr val="D8E2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0" name="attn_heatmap_9_7">
              <a:extLst>
                <a:ext uri="{FF2B5EF4-FFF2-40B4-BE49-F238E27FC236}">
                  <a16:creationId xmlns:a16="http://schemas.microsoft.com/office/drawing/2014/main" id="{4BC20821-FA29-B5DA-3AA6-EB42E029ED6F}"/>
                </a:ext>
              </a:extLst>
            </p:cNvPr>
            <p:cNvSpPr/>
            <p:nvPr/>
          </p:nvSpPr>
          <p:spPr>
            <a:xfrm>
              <a:off x="15619754" y="5455737"/>
              <a:ext cx="58999" cy="57753"/>
            </a:xfrm>
            <a:prstGeom prst="rect">
              <a:avLst/>
            </a:prstGeom>
            <a:solidFill>
              <a:srgbClr val="EDE6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1" name="attn_heatmap_9_8">
              <a:extLst>
                <a:ext uri="{FF2B5EF4-FFF2-40B4-BE49-F238E27FC236}">
                  <a16:creationId xmlns:a16="http://schemas.microsoft.com/office/drawing/2014/main" id="{BAC71FC5-D535-8A3D-C631-B784A0FFDD09}"/>
                </a:ext>
              </a:extLst>
            </p:cNvPr>
            <p:cNvSpPr/>
            <p:nvPr/>
          </p:nvSpPr>
          <p:spPr>
            <a:xfrm>
              <a:off x="15678753" y="5455737"/>
              <a:ext cx="59000" cy="57753"/>
            </a:xfrm>
            <a:prstGeom prst="rect">
              <a:avLst/>
            </a:prstGeom>
            <a:solidFill>
              <a:srgbClr val="F1E6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2" name="attn_heatmap_9_9">
              <a:extLst>
                <a:ext uri="{FF2B5EF4-FFF2-40B4-BE49-F238E27FC236}">
                  <a16:creationId xmlns:a16="http://schemas.microsoft.com/office/drawing/2014/main" id="{8C7EF591-841C-B2A8-BF82-11EB262D78C3}"/>
                </a:ext>
              </a:extLst>
            </p:cNvPr>
            <p:cNvSpPr/>
            <p:nvPr/>
          </p:nvSpPr>
          <p:spPr>
            <a:xfrm>
              <a:off x="15737751" y="5455737"/>
              <a:ext cx="59000" cy="57753"/>
            </a:xfrm>
            <a:prstGeom prst="rect">
              <a:avLst/>
            </a:prstGeom>
            <a:solidFill>
              <a:srgbClr val="F5E6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3" name="attn_heatmap_9_10">
              <a:extLst>
                <a:ext uri="{FF2B5EF4-FFF2-40B4-BE49-F238E27FC236}">
                  <a16:creationId xmlns:a16="http://schemas.microsoft.com/office/drawing/2014/main" id="{0E1590BB-E486-4F59-0478-81FFC9D5E395}"/>
                </a:ext>
              </a:extLst>
            </p:cNvPr>
            <p:cNvSpPr/>
            <p:nvPr/>
          </p:nvSpPr>
          <p:spPr>
            <a:xfrm>
              <a:off x="15796751" y="5455737"/>
              <a:ext cx="58999" cy="57753"/>
            </a:xfrm>
            <a:prstGeom prst="rect">
              <a:avLst/>
            </a:prstGeom>
            <a:solidFill>
              <a:srgbClr val="DAE3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4" name="attn_heatmap_9_11">
              <a:extLst>
                <a:ext uri="{FF2B5EF4-FFF2-40B4-BE49-F238E27FC236}">
                  <a16:creationId xmlns:a16="http://schemas.microsoft.com/office/drawing/2014/main" id="{2298C2F9-9597-987B-91BD-4492407AF7E6}"/>
                </a:ext>
              </a:extLst>
            </p:cNvPr>
            <p:cNvSpPr/>
            <p:nvPr/>
          </p:nvSpPr>
          <p:spPr>
            <a:xfrm>
              <a:off x="15855748" y="5455737"/>
              <a:ext cx="59000" cy="57753"/>
            </a:xfrm>
            <a:prstGeom prst="rect">
              <a:avLst/>
            </a:prstGeom>
            <a:solidFill>
              <a:srgbClr val="F0E5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5" name="attn_heatmap_9_12">
              <a:extLst>
                <a:ext uri="{FF2B5EF4-FFF2-40B4-BE49-F238E27FC236}">
                  <a16:creationId xmlns:a16="http://schemas.microsoft.com/office/drawing/2014/main" id="{A9C43C0A-FD2F-1221-9E12-EB8F3461B0D2}"/>
                </a:ext>
              </a:extLst>
            </p:cNvPr>
            <p:cNvSpPr/>
            <p:nvPr/>
          </p:nvSpPr>
          <p:spPr>
            <a:xfrm>
              <a:off x="15914748" y="5455737"/>
              <a:ext cx="58999" cy="57753"/>
            </a:xfrm>
            <a:prstGeom prst="rect">
              <a:avLst/>
            </a:prstGeom>
            <a:solidFill>
              <a:srgbClr val="E5E3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6" name="attn_heatmap_9_13">
              <a:extLst>
                <a:ext uri="{FF2B5EF4-FFF2-40B4-BE49-F238E27FC236}">
                  <a16:creationId xmlns:a16="http://schemas.microsoft.com/office/drawing/2014/main" id="{5130CC6E-1371-DF62-02CA-98B10524AC51}"/>
                </a:ext>
              </a:extLst>
            </p:cNvPr>
            <p:cNvSpPr/>
            <p:nvPr/>
          </p:nvSpPr>
          <p:spPr>
            <a:xfrm>
              <a:off x="15973747" y="5455737"/>
              <a:ext cx="59000" cy="57753"/>
            </a:xfrm>
            <a:prstGeom prst="rect">
              <a:avLst/>
            </a:prstGeom>
            <a:solidFill>
              <a:srgbClr val="C1DB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7" name="attn_heatmap_9_14">
              <a:extLst>
                <a:ext uri="{FF2B5EF4-FFF2-40B4-BE49-F238E27FC236}">
                  <a16:creationId xmlns:a16="http://schemas.microsoft.com/office/drawing/2014/main" id="{048E85C9-659F-D392-7C2B-5F3EAAB37BB0}"/>
                </a:ext>
              </a:extLst>
            </p:cNvPr>
            <p:cNvSpPr/>
            <p:nvPr/>
          </p:nvSpPr>
          <p:spPr>
            <a:xfrm>
              <a:off x="16032745" y="5455737"/>
              <a:ext cx="59000" cy="57753"/>
            </a:xfrm>
            <a:prstGeom prst="rect">
              <a:avLst/>
            </a:prstGeom>
            <a:solidFill>
              <a:srgbClr val="E7E3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8" name="attn_heatmap_9_15">
              <a:extLst>
                <a:ext uri="{FF2B5EF4-FFF2-40B4-BE49-F238E27FC236}">
                  <a16:creationId xmlns:a16="http://schemas.microsoft.com/office/drawing/2014/main" id="{F0127CB7-6367-ACA1-F635-D9AA5E9CE44D}"/>
                </a:ext>
              </a:extLst>
            </p:cNvPr>
            <p:cNvSpPr/>
            <p:nvPr/>
          </p:nvSpPr>
          <p:spPr>
            <a:xfrm>
              <a:off x="16091745" y="5455737"/>
              <a:ext cx="58999" cy="57753"/>
            </a:xfrm>
            <a:prstGeom prst="rect">
              <a:avLst/>
            </a:prstGeom>
            <a:solidFill>
              <a:srgbClr val="E1E4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9" name="attn_heatmap_9_16">
              <a:extLst>
                <a:ext uri="{FF2B5EF4-FFF2-40B4-BE49-F238E27FC236}">
                  <a16:creationId xmlns:a16="http://schemas.microsoft.com/office/drawing/2014/main" id="{98812D7D-4231-7987-B8A0-682D84424331}"/>
                </a:ext>
              </a:extLst>
            </p:cNvPr>
            <p:cNvSpPr/>
            <p:nvPr/>
          </p:nvSpPr>
          <p:spPr>
            <a:xfrm>
              <a:off x="16150744" y="5455737"/>
              <a:ext cx="59000" cy="57753"/>
            </a:xfrm>
            <a:prstGeom prst="rect">
              <a:avLst/>
            </a:prstGeom>
            <a:solidFill>
              <a:srgbClr val="E1E1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0" name="attn_heatmap_9_17">
              <a:extLst>
                <a:ext uri="{FF2B5EF4-FFF2-40B4-BE49-F238E27FC236}">
                  <a16:creationId xmlns:a16="http://schemas.microsoft.com/office/drawing/2014/main" id="{77D7E21C-4838-2471-4A06-D7794D14B850}"/>
                </a:ext>
              </a:extLst>
            </p:cNvPr>
            <p:cNvSpPr/>
            <p:nvPr/>
          </p:nvSpPr>
          <p:spPr>
            <a:xfrm>
              <a:off x="16209742" y="5455737"/>
              <a:ext cx="59000" cy="57753"/>
            </a:xfrm>
            <a:prstGeom prst="rect">
              <a:avLst/>
            </a:prstGeom>
            <a:solidFill>
              <a:srgbClr val="E3E3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1" name="attn_heatmap_9_18">
              <a:extLst>
                <a:ext uri="{FF2B5EF4-FFF2-40B4-BE49-F238E27FC236}">
                  <a16:creationId xmlns:a16="http://schemas.microsoft.com/office/drawing/2014/main" id="{9813A4B9-A7B9-32CA-E973-86DB0A705B51}"/>
                </a:ext>
              </a:extLst>
            </p:cNvPr>
            <p:cNvSpPr/>
            <p:nvPr/>
          </p:nvSpPr>
          <p:spPr>
            <a:xfrm>
              <a:off x="16268742" y="5455737"/>
              <a:ext cx="58999" cy="57753"/>
            </a:xfrm>
            <a:prstGeom prst="rect">
              <a:avLst/>
            </a:prstGeom>
            <a:solidFill>
              <a:srgbClr val="B8DE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2" name="attn_heatmap_9_19">
              <a:extLst>
                <a:ext uri="{FF2B5EF4-FFF2-40B4-BE49-F238E27FC236}">
                  <a16:creationId xmlns:a16="http://schemas.microsoft.com/office/drawing/2014/main" id="{36F868BA-BBD6-C868-996C-11D0F521BB2F}"/>
                </a:ext>
              </a:extLst>
            </p:cNvPr>
            <p:cNvSpPr/>
            <p:nvPr/>
          </p:nvSpPr>
          <p:spPr>
            <a:xfrm>
              <a:off x="16327740" y="5455737"/>
              <a:ext cx="58999" cy="57753"/>
            </a:xfrm>
            <a:prstGeom prst="rect">
              <a:avLst/>
            </a:prstGeom>
            <a:solidFill>
              <a:srgbClr val="E9E6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3" name="attn_heatmap_9_20">
              <a:extLst>
                <a:ext uri="{FF2B5EF4-FFF2-40B4-BE49-F238E27FC236}">
                  <a16:creationId xmlns:a16="http://schemas.microsoft.com/office/drawing/2014/main" id="{0F637C16-60F4-E1E0-D16B-7F966CB26549}"/>
                </a:ext>
              </a:extLst>
            </p:cNvPr>
            <p:cNvSpPr/>
            <p:nvPr/>
          </p:nvSpPr>
          <p:spPr>
            <a:xfrm>
              <a:off x="16386739" y="5455737"/>
              <a:ext cx="59000" cy="57753"/>
            </a:xfrm>
            <a:prstGeom prst="rect">
              <a:avLst/>
            </a:prstGeom>
            <a:solidFill>
              <a:srgbClr val="6AC95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4" name="attn_heatmap_9_21">
              <a:extLst>
                <a:ext uri="{FF2B5EF4-FFF2-40B4-BE49-F238E27FC236}">
                  <a16:creationId xmlns:a16="http://schemas.microsoft.com/office/drawing/2014/main" id="{BEFFF3BC-CC33-5409-C9C9-2815A7F80140}"/>
                </a:ext>
              </a:extLst>
            </p:cNvPr>
            <p:cNvSpPr/>
            <p:nvPr/>
          </p:nvSpPr>
          <p:spPr>
            <a:xfrm>
              <a:off x="16445739" y="5455737"/>
              <a:ext cx="58999" cy="57753"/>
            </a:xfrm>
            <a:prstGeom prst="rect">
              <a:avLst/>
            </a:prstGeom>
            <a:solidFill>
              <a:srgbClr val="F0E5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5" name="attn_heatmap_9_22">
              <a:extLst>
                <a:ext uri="{FF2B5EF4-FFF2-40B4-BE49-F238E27FC236}">
                  <a16:creationId xmlns:a16="http://schemas.microsoft.com/office/drawing/2014/main" id="{2DE0D53E-4F5B-D9D0-709C-F5AD7DF4D98F}"/>
                </a:ext>
              </a:extLst>
            </p:cNvPr>
            <p:cNvSpPr/>
            <p:nvPr/>
          </p:nvSpPr>
          <p:spPr>
            <a:xfrm>
              <a:off x="16504737" y="5455737"/>
              <a:ext cx="58999" cy="57753"/>
            </a:xfrm>
            <a:prstGeom prst="rect">
              <a:avLst/>
            </a:prstGeom>
            <a:solidFill>
              <a:srgbClr val="D3DF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6" name="attn_heatmap_9_23">
              <a:extLst>
                <a:ext uri="{FF2B5EF4-FFF2-40B4-BE49-F238E27FC236}">
                  <a16:creationId xmlns:a16="http://schemas.microsoft.com/office/drawing/2014/main" id="{76EF4A0D-FECD-1817-5A8F-01DB48EBB5FC}"/>
                </a:ext>
              </a:extLst>
            </p:cNvPr>
            <p:cNvSpPr/>
            <p:nvPr/>
          </p:nvSpPr>
          <p:spPr>
            <a:xfrm>
              <a:off x="16563736" y="5455737"/>
              <a:ext cx="59000" cy="57753"/>
            </a:xfrm>
            <a:prstGeom prst="rect">
              <a:avLst/>
            </a:prstGeom>
            <a:solidFill>
              <a:srgbClr val="D2E3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7" name="attn_heatmap_10_0">
              <a:extLst>
                <a:ext uri="{FF2B5EF4-FFF2-40B4-BE49-F238E27FC236}">
                  <a16:creationId xmlns:a16="http://schemas.microsoft.com/office/drawing/2014/main" id="{616EEC44-F632-A31F-976D-87A5756B6659}"/>
                </a:ext>
              </a:extLst>
            </p:cNvPr>
            <p:cNvSpPr/>
            <p:nvPr/>
          </p:nvSpPr>
          <p:spPr>
            <a:xfrm>
              <a:off x="15206762" y="5513489"/>
              <a:ext cx="58999" cy="57753"/>
            </a:xfrm>
            <a:prstGeom prst="rect">
              <a:avLst/>
            </a:prstGeom>
            <a:solidFill>
              <a:srgbClr val="C2DC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8" name="attn_heatmap_10_1">
              <a:extLst>
                <a:ext uri="{FF2B5EF4-FFF2-40B4-BE49-F238E27FC236}">
                  <a16:creationId xmlns:a16="http://schemas.microsoft.com/office/drawing/2014/main" id="{C5A1C825-AA7A-BADE-9492-F2C33BB09646}"/>
                </a:ext>
              </a:extLst>
            </p:cNvPr>
            <p:cNvSpPr/>
            <p:nvPr/>
          </p:nvSpPr>
          <p:spPr>
            <a:xfrm>
              <a:off x="15265760" y="5513489"/>
              <a:ext cx="58999" cy="57753"/>
            </a:xfrm>
            <a:prstGeom prst="rect">
              <a:avLst/>
            </a:prstGeom>
            <a:solidFill>
              <a:srgbClr val="99D5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9" name="attn_heatmap_10_2">
              <a:extLst>
                <a:ext uri="{FF2B5EF4-FFF2-40B4-BE49-F238E27FC236}">
                  <a16:creationId xmlns:a16="http://schemas.microsoft.com/office/drawing/2014/main" id="{0E4B1135-2576-EB82-9659-77F2B7A88E54}"/>
                </a:ext>
              </a:extLst>
            </p:cNvPr>
            <p:cNvSpPr/>
            <p:nvPr/>
          </p:nvSpPr>
          <p:spPr>
            <a:xfrm>
              <a:off x="15324759" y="5513489"/>
              <a:ext cx="59000" cy="57753"/>
            </a:xfrm>
            <a:prstGeom prst="rect">
              <a:avLst/>
            </a:prstGeom>
            <a:solidFill>
              <a:srgbClr val="C0DD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0" name="attn_heatmap_10_3">
              <a:extLst>
                <a:ext uri="{FF2B5EF4-FFF2-40B4-BE49-F238E27FC236}">
                  <a16:creationId xmlns:a16="http://schemas.microsoft.com/office/drawing/2014/main" id="{29693799-F9C2-AE52-4C19-27A91F4A6883}"/>
                </a:ext>
              </a:extLst>
            </p:cNvPr>
            <p:cNvSpPr/>
            <p:nvPr/>
          </p:nvSpPr>
          <p:spPr>
            <a:xfrm>
              <a:off x="15383759" y="5513489"/>
              <a:ext cx="58999" cy="57753"/>
            </a:xfrm>
            <a:prstGeom prst="rect">
              <a:avLst/>
            </a:prstGeom>
            <a:solidFill>
              <a:srgbClr val="CFE1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1" name="attn_heatmap_10_4">
              <a:extLst>
                <a:ext uri="{FF2B5EF4-FFF2-40B4-BE49-F238E27FC236}">
                  <a16:creationId xmlns:a16="http://schemas.microsoft.com/office/drawing/2014/main" id="{1089DF1C-9C9F-3EE6-6F27-3BCE6435F917}"/>
                </a:ext>
              </a:extLst>
            </p:cNvPr>
            <p:cNvSpPr/>
            <p:nvPr/>
          </p:nvSpPr>
          <p:spPr>
            <a:xfrm>
              <a:off x="15442757" y="5513489"/>
              <a:ext cx="58999" cy="57753"/>
            </a:xfrm>
            <a:prstGeom prst="rect">
              <a:avLst/>
            </a:prstGeom>
            <a:solidFill>
              <a:srgbClr val="B5D9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2" name="attn_heatmap_10_5">
              <a:extLst>
                <a:ext uri="{FF2B5EF4-FFF2-40B4-BE49-F238E27FC236}">
                  <a16:creationId xmlns:a16="http://schemas.microsoft.com/office/drawing/2014/main" id="{4C6A8093-885C-E3E5-3D4C-AFF953F20D85}"/>
                </a:ext>
              </a:extLst>
            </p:cNvPr>
            <p:cNvSpPr/>
            <p:nvPr/>
          </p:nvSpPr>
          <p:spPr>
            <a:xfrm>
              <a:off x="15501756" y="5513489"/>
              <a:ext cx="59000" cy="57753"/>
            </a:xfrm>
            <a:prstGeom prst="rect">
              <a:avLst/>
            </a:prstGeom>
            <a:solidFill>
              <a:srgbClr val="97CE3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3" name="attn_heatmap_10_6">
              <a:extLst>
                <a:ext uri="{FF2B5EF4-FFF2-40B4-BE49-F238E27FC236}">
                  <a16:creationId xmlns:a16="http://schemas.microsoft.com/office/drawing/2014/main" id="{3960D789-7B3D-644A-B9A3-97010A6C5A47}"/>
                </a:ext>
              </a:extLst>
            </p:cNvPr>
            <p:cNvSpPr/>
            <p:nvPr/>
          </p:nvSpPr>
          <p:spPr>
            <a:xfrm>
              <a:off x="15560754" y="5513489"/>
              <a:ext cx="59000" cy="57753"/>
            </a:xfrm>
            <a:prstGeom prst="rect">
              <a:avLst/>
            </a:prstGeom>
            <a:solidFill>
              <a:srgbClr val="CADD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4" name="attn_heatmap_10_7">
              <a:extLst>
                <a:ext uri="{FF2B5EF4-FFF2-40B4-BE49-F238E27FC236}">
                  <a16:creationId xmlns:a16="http://schemas.microsoft.com/office/drawing/2014/main" id="{2698ACB1-95FA-1387-1A0E-2CC46EE6E606}"/>
                </a:ext>
              </a:extLst>
            </p:cNvPr>
            <p:cNvSpPr/>
            <p:nvPr/>
          </p:nvSpPr>
          <p:spPr>
            <a:xfrm>
              <a:off x="15619754" y="5513489"/>
              <a:ext cx="58999" cy="57753"/>
            </a:xfrm>
            <a:prstGeom prst="rect">
              <a:avLst/>
            </a:prstGeom>
            <a:solidFill>
              <a:srgbClr val="D5E1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5" name="attn_heatmap_10_8">
              <a:extLst>
                <a:ext uri="{FF2B5EF4-FFF2-40B4-BE49-F238E27FC236}">
                  <a16:creationId xmlns:a16="http://schemas.microsoft.com/office/drawing/2014/main" id="{46231C69-510A-93B5-71C4-A9B1B8E2CC87}"/>
                </a:ext>
              </a:extLst>
            </p:cNvPr>
            <p:cNvSpPr/>
            <p:nvPr/>
          </p:nvSpPr>
          <p:spPr>
            <a:xfrm>
              <a:off x="15678753" y="5513489"/>
              <a:ext cx="59000" cy="57753"/>
            </a:xfrm>
            <a:prstGeom prst="rect">
              <a:avLst/>
            </a:prstGeom>
            <a:solidFill>
              <a:srgbClr val="DAE1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6" name="attn_heatmap_10_9">
              <a:extLst>
                <a:ext uri="{FF2B5EF4-FFF2-40B4-BE49-F238E27FC236}">
                  <a16:creationId xmlns:a16="http://schemas.microsoft.com/office/drawing/2014/main" id="{67F255A0-98AE-4C8E-5CC9-FC0E9EBAF0BE}"/>
                </a:ext>
              </a:extLst>
            </p:cNvPr>
            <p:cNvSpPr/>
            <p:nvPr/>
          </p:nvSpPr>
          <p:spPr>
            <a:xfrm>
              <a:off x="15737751" y="5513489"/>
              <a:ext cx="59000" cy="57753"/>
            </a:xfrm>
            <a:prstGeom prst="rect">
              <a:avLst/>
            </a:prstGeom>
            <a:solidFill>
              <a:srgbClr val="D8E0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7" name="attn_heatmap_10_10">
              <a:extLst>
                <a:ext uri="{FF2B5EF4-FFF2-40B4-BE49-F238E27FC236}">
                  <a16:creationId xmlns:a16="http://schemas.microsoft.com/office/drawing/2014/main" id="{B57E8B6F-F297-E166-4062-C4EC9CB14753}"/>
                </a:ext>
              </a:extLst>
            </p:cNvPr>
            <p:cNvSpPr/>
            <p:nvPr/>
          </p:nvSpPr>
          <p:spPr>
            <a:xfrm>
              <a:off x="15796751" y="5513489"/>
              <a:ext cx="58999" cy="57753"/>
            </a:xfrm>
            <a:prstGeom prst="rect">
              <a:avLst/>
            </a:prstGeom>
            <a:solidFill>
              <a:srgbClr val="DDE3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8" name="attn_heatmap_10_11">
              <a:extLst>
                <a:ext uri="{FF2B5EF4-FFF2-40B4-BE49-F238E27FC236}">
                  <a16:creationId xmlns:a16="http://schemas.microsoft.com/office/drawing/2014/main" id="{F4E6707B-D379-8E2D-60C3-22C797921D20}"/>
                </a:ext>
              </a:extLst>
            </p:cNvPr>
            <p:cNvSpPr/>
            <p:nvPr/>
          </p:nvSpPr>
          <p:spPr>
            <a:xfrm>
              <a:off x="15855748" y="5513489"/>
              <a:ext cx="59000" cy="57753"/>
            </a:xfrm>
            <a:prstGeom prst="rect">
              <a:avLst/>
            </a:prstGeom>
            <a:solidFill>
              <a:srgbClr val="6F2D0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9" name="attn_heatmap_10_12">
              <a:extLst>
                <a:ext uri="{FF2B5EF4-FFF2-40B4-BE49-F238E27FC236}">
                  <a16:creationId xmlns:a16="http://schemas.microsoft.com/office/drawing/2014/main" id="{FF930197-0A26-4B9A-5E21-D2496B66E071}"/>
                </a:ext>
              </a:extLst>
            </p:cNvPr>
            <p:cNvSpPr/>
            <p:nvPr/>
          </p:nvSpPr>
          <p:spPr>
            <a:xfrm>
              <a:off x="15914748" y="5513489"/>
              <a:ext cx="58999" cy="57753"/>
            </a:xfrm>
            <a:prstGeom prst="rect">
              <a:avLst/>
            </a:prstGeom>
            <a:solidFill>
              <a:srgbClr val="CDE0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0" name="attn_heatmap_10_13">
              <a:extLst>
                <a:ext uri="{FF2B5EF4-FFF2-40B4-BE49-F238E27FC236}">
                  <a16:creationId xmlns:a16="http://schemas.microsoft.com/office/drawing/2014/main" id="{59441B6A-3AD8-435C-8E14-621DD717B6DC}"/>
                </a:ext>
              </a:extLst>
            </p:cNvPr>
            <p:cNvSpPr/>
            <p:nvPr/>
          </p:nvSpPr>
          <p:spPr>
            <a:xfrm>
              <a:off x="15973747" y="5513489"/>
              <a:ext cx="59000" cy="57753"/>
            </a:xfrm>
            <a:prstGeom prst="rect">
              <a:avLst/>
            </a:prstGeom>
            <a:solidFill>
              <a:srgbClr val="B9DB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1" name="attn_heatmap_10_14">
              <a:extLst>
                <a:ext uri="{FF2B5EF4-FFF2-40B4-BE49-F238E27FC236}">
                  <a16:creationId xmlns:a16="http://schemas.microsoft.com/office/drawing/2014/main" id="{EDB2D603-DBF4-821E-48ED-0EE7548BF5EA}"/>
                </a:ext>
              </a:extLst>
            </p:cNvPr>
            <p:cNvSpPr/>
            <p:nvPr/>
          </p:nvSpPr>
          <p:spPr>
            <a:xfrm>
              <a:off x="16032745" y="5513489"/>
              <a:ext cx="59000" cy="57753"/>
            </a:xfrm>
            <a:prstGeom prst="rect">
              <a:avLst/>
            </a:prstGeom>
            <a:solidFill>
              <a:srgbClr val="D3DC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2" name="attn_heatmap_10_15">
              <a:extLst>
                <a:ext uri="{FF2B5EF4-FFF2-40B4-BE49-F238E27FC236}">
                  <a16:creationId xmlns:a16="http://schemas.microsoft.com/office/drawing/2014/main" id="{AD84AC23-244F-37B7-CE62-D9C033DB6D52}"/>
                </a:ext>
              </a:extLst>
            </p:cNvPr>
            <p:cNvSpPr/>
            <p:nvPr/>
          </p:nvSpPr>
          <p:spPr>
            <a:xfrm>
              <a:off x="16091745" y="5513489"/>
              <a:ext cx="58999" cy="57753"/>
            </a:xfrm>
            <a:prstGeom prst="rect">
              <a:avLst/>
            </a:prstGeom>
            <a:solidFill>
              <a:srgbClr val="DAE3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3" name="attn_heatmap_10_16">
              <a:extLst>
                <a:ext uri="{FF2B5EF4-FFF2-40B4-BE49-F238E27FC236}">
                  <a16:creationId xmlns:a16="http://schemas.microsoft.com/office/drawing/2014/main" id="{49A275C2-49CF-C1F8-BE3F-8A3A4D2DAA40}"/>
                </a:ext>
              </a:extLst>
            </p:cNvPr>
            <p:cNvSpPr/>
            <p:nvPr/>
          </p:nvSpPr>
          <p:spPr>
            <a:xfrm>
              <a:off x="16150744" y="5513489"/>
              <a:ext cx="59000" cy="57753"/>
            </a:xfrm>
            <a:prstGeom prst="rect">
              <a:avLst/>
            </a:prstGeom>
            <a:solidFill>
              <a:srgbClr val="B9D8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4" name="attn_heatmap_10_17">
              <a:extLst>
                <a:ext uri="{FF2B5EF4-FFF2-40B4-BE49-F238E27FC236}">
                  <a16:creationId xmlns:a16="http://schemas.microsoft.com/office/drawing/2014/main" id="{558E7259-6924-7EE3-CA3D-03D9A485991D}"/>
                </a:ext>
              </a:extLst>
            </p:cNvPr>
            <p:cNvSpPr/>
            <p:nvPr/>
          </p:nvSpPr>
          <p:spPr>
            <a:xfrm>
              <a:off x="16209742" y="5513489"/>
              <a:ext cx="59000" cy="57753"/>
            </a:xfrm>
            <a:prstGeom prst="rect">
              <a:avLst/>
            </a:prstGeom>
            <a:solidFill>
              <a:srgbClr val="C0DA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5" name="attn_heatmap_10_18">
              <a:extLst>
                <a:ext uri="{FF2B5EF4-FFF2-40B4-BE49-F238E27FC236}">
                  <a16:creationId xmlns:a16="http://schemas.microsoft.com/office/drawing/2014/main" id="{F323A658-C78E-F876-514C-D13F16C54AB6}"/>
                </a:ext>
              </a:extLst>
            </p:cNvPr>
            <p:cNvSpPr/>
            <p:nvPr/>
          </p:nvSpPr>
          <p:spPr>
            <a:xfrm>
              <a:off x="16268742" y="5513489"/>
              <a:ext cx="58999" cy="57753"/>
            </a:xfrm>
            <a:prstGeom prst="rect">
              <a:avLst/>
            </a:prstGeom>
            <a:solidFill>
              <a:srgbClr val="ADDB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6" name="attn_heatmap_10_19">
              <a:extLst>
                <a:ext uri="{FF2B5EF4-FFF2-40B4-BE49-F238E27FC236}">
                  <a16:creationId xmlns:a16="http://schemas.microsoft.com/office/drawing/2014/main" id="{8FB728B6-8A3C-2249-EA31-BFA827780BDB}"/>
                </a:ext>
              </a:extLst>
            </p:cNvPr>
            <p:cNvSpPr/>
            <p:nvPr/>
          </p:nvSpPr>
          <p:spPr>
            <a:xfrm>
              <a:off x="16327740" y="5513489"/>
              <a:ext cx="58999" cy="57753"/>
            </a:xfrm>
            <a:prstGeom prst="rect">
              <a:avLst/>
            </a:prstGeom>
            <a:solidFill>
              <a:srgbClr val="DADF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7" name="attn_heatmap_10_20">
              <a:extLst>
                <a:ext uri="{FF2B5EF4-FFF2-40B4-BE49-F238E27FC236}">
                  <a16:creationId xmlns:a16="http://schemas.microsoft.com/office/drawing/2014/main" id="{34F27C36-D001-F642-E3F1-9903F02DDA4E}"/>
                </a:ext>
              </a:extLst>
            </p:cNvPr>
            <p:cNvSpPr/>
            <p:nvPr/>
          </p:nvSpPr>
          <p:spPr>
            <a:xfrm>
              <a:off x="16386739" y="5513489"/>
              <a:ext cx="59000" cy="57753"/>
            </a:xfrm>
            <a:prstGeom prst="rect">
              <a:avLst/>
            </a:prstGeom>
            <a:solidFill>
              <a:srgbClr val="80D34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8" name="attn_heatmap_10_21">
              <a:extLst>
                <a:ext uri="{FF2B5EF4-FFF2-40B4-BE49-F238E27FC236}">
                  <a16:creationId xmlns:a16="http://schemas.microsoft.com/office/drawing/2014/main" id="{DCD9037E-51F9-89FB-0382-9BF901137F9F}"/>
                </a:ext>
              </a:extLst>
            </p:cNvPr>
            <p:cNvSpPr/>
            <p:nvPr/>
          </p:nvSpPr>
          <p:spPr>
            <a:xfrm>
              <a:off x="16445739" y="5513489"/>
              <a:ext cx="58999" cy="57753"/>
            </a:xfrm>
            <a:prstGeom prst="rect">
              <a:avLst/>
            </a:prstGeom>
            <a:solidFill>
              <a:srgbClr val="DFDE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9" name="attn_heatmap_10_22">
              <a:extLst>
                <a:ext uri="{FF2B5EF4-FFF2-40B4-BE49-F238E27FC236}">
                  <a16:creationId xmlns:a16="http://schemas.microsoft.com/office/drawing/2014/main" id="{4A07C92D-6583-4ED0-96E4-DFB24B97234F}"/>
                </a:ext>
              </a:extLst>
            </p:cNvPr>
            <p:cNvSpPr/>
            <p:nvPr/>
          </p:nvSpPr>
          <p:spPr>
            <a:xfrm>
              <a:off x="16504737" y="5513489"/>
              <a:ext cx="58999" cy="57753"/>
            </a:xfrm>
            <a:prstGeom prst="rect">
              <a:avLst/>
            </a:prstGeom>
            <a:solidFill>
              <a:srgbClr val="C5DC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0" name="attn_heatmap_10_23">
              <a:extLst>
                <a:ext uri="{FF2B5EF4-FFF2-40B4-BE49-F238E27FC236}">
                  <a16:creationId xmlns:a16="http://schemas.microsoft.com/office/drawing/2014/main" id="{C82B3A1B-E806-267F-3F4C-F67BB83E6430}"/>
                </a:ext>
              </a:extLst>
            </p:cNvPr>
            <p:cNvSpPr/>
            <p:nvPr/>
          </p:nvSpPr>
          <p:spPr>
            <a:xfrm>
              <a:off x="16563736" y="5513489"/>
              <a:ext cx="59000" cy="57753"/>
            </a:xfrm>
            <a:prstGeom prst="rect">
              <a:avLst/>
            </a:prstGeom>
            <a:solidFill>
              <a:srgbClr val="BEDD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1" name="attn_heatmap_11_0">
              <a:extLst>
                <a:ext uri="{FF2B5EF4-FFF2-40B4-BE49-F238E27FC236}">
                  <a16:creationId xmlns:a16="http://schemas.microsoft.com/office/drawing/2014/main" id="{C8FEE95B-ACC9-F51F-5C02-441223F61F43}"/>
                </a:ext>
              </a:extLst>
            </p:cNvPr>
            <p:cNvSpPr/>
            <p:nvPr/>
          </p:nvSpPr>
          <p:spPr>
            <a:xfrm>
              <a:off x="15206762" y="5571242"/>
              <a:ext cx="58999" cy="57753"/>
            </a:xfrm>
            <a:prstGeom prst="rect">
              <a:avLst/>
            </a:prstGeom>
            <a:solidFill>
              <a:srgbClr val="E6E43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2" name="attn_heatmap_11_1">
              <a:extLst>
                <a:ext uri="{FF2B5EF4-FFF2-40B4-BE49-F238E27FC236}">
                  <a16:creationId xmlns:a16="http://schemas.microsoft.com/office/drawing/2014/main" id="{9DBD67D3-85CA-25B8-FA40-36639DB21118}"/>
                </a:ext>
              </a:extLst>
            </p:cNvPr>
            <p:cNvSpPr/>
            <p:nvPr/>
          </p:nvSpPr>
          <p:spPr>
            <a:xfrm>
              <a:off x="15265760" y="5571242"/>
              <a:ext cx="58999" cy="57753"/>
            </a:xfrm>
            <a:prstGeom prst="rect">
              <a:avLst/>
            </a:prstGeom>
            <a:solidFill>
              <a:srgbClr val="ADDC3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3" name="attn_heatmap_11_2">
              <a:extLst>
                <a:ext uri="{FF2B5EF4-FFF2-40B4-BE49-F238E27FC236}">
                  <a16:creationId xmlns:a16="http://schemas.microsoft.com/office/drawing/2014/main" id="{C730F83B-F748-AD2D-8567-5AB30C92F23F}"/>
                </a:ext>
              </a:extLst>
            </p:cNvPr>
            <p:cNvSpPr/>
            <p:nvPr/>
          </p:nvSpPr>
          <p:spPr>
            <a:xfrm>
              <a:off x="15324759" y="5571242"/>
              <a:ext cx="59000" cy="57753"/>
            </a:xfrm>
            <a:prstGeom prst="rect">
              <a:avLst/>
            </a:prstGeom>
            <a:solidFill>
              <a:srgbClr val="BFDD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4" name="attn_heatmap_11_3">
              <a:extLst>
                <a:ext uri="{FF2B5EF4-FFF2-40B4-BE49-F238E27FC236}">
                  <a16:creationId xmlns:a16="http://schemas.microsoft.com/office/drawing/2014/main" id="{EBDC9B22-6581-B678-0BB7-6A181C4C59DC}"/>
                </a:ext>
              </a:extLst>
            </p:cNvPr>
            <p:cNvSpPr/>
            <p:nvPr/>
          </p:nvSpPr>
          <p:spPr>
            <a:xfrm>
              <a:off x="15383759" y="5571242"/>
              <a:ext cx="58999" cy="57753"/>
            </a:xfrm>
            <a:prstGeom prst="rect">
              <a:avLst/>
            </a:prstGeom>
            <a:solidFill>
              <a:srgbClr val="CDE0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5" name="attn_heatmap_11_4">
              <a:extLst>
                <a:ext uri="{FF2B5EF4-FFF2-40B4-BE49-F238E27FC236}">
                  <a16:creationId xmlns:a16="http://schemas.microsoft.com/office/drawing/2014/main" id="{8AF45F72-93F5-E7D7-6ACB-127A0046CF00}"/>
                </a:ext>
              </a:extLst>
            </p:cNvPr>
            <p:cNvSpPr/>
            <p:nvPr/>
          </p:nvSpPr>
          <p:spPr>
            <a:xfrm>
              <a:off x="15442757" y="5571242"/>
              <a:ext cx="58999" cy="57753"/>
            </a:xfrm>
            <a:prstGeom prst="rect">
              <a:avLst/>
            </a:prstGeom>
            <a:solidFill>
              <a:srgbClr val="D2E0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6" name="attn_heatmap_11_5">
              <a:extLst>
                <a:ext uri="{FF2B5EF4-FFF2-40B4-BE49-F238E27FC236}">
                  <a16:creationId xmlns:a16="http://schemas.microsoft.com/office/drawing/2014/main" id="{6EF78C97-C723-2733-82E7-C2128DE5FAEC}"/>
                </a:ext>
              </a:extLst>
            </p:cNvPr>
            <p:cNvSpPr/>
            <p:nvPr/>
          </p:nvSpPr>
          <p:spPr>
            <a:xfrm>
              <a:off x="15501756" y="5571242"/>
              <a:ext cx="59000" cy="57753"/>
            </a:xfrm>
            <a:prstGeom prst="rect">
              <a:avLst/>
            </a:prstGeom>
            <a:solidFill>
              <a:srgbClr val="A3D5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7" name="attn_heatmap_11_6">
              <a:extLst>
                <a:ext uri="{FF2B5EF4-FFF2-40B4-BE49-F238E27FC236}">
                  <a16:creationId xmlns:a16="http://schemas.microsoft.com/office/drawing/2014/main" id="{17CD1B85-96E9-41BE-792B-CC4E603CF4E2}"/>
                </a:ext>
              </a:extLst>
            </p:cNvPr>
            <p:cNvSpPr/>
            <p:nvPr/>
          </p:nvSpPr>
          <p:spPr>
            <a:xfrm>
              <a:off x="15560754" y="5571242"/>
              <a:ext cx="59000" cy="57753"/>
            </a:xfrm>
            <a:prstGeom prst="rect">
              <a:avLst/>
            </a:prstGeom>
            <a:solidFill>
              <a:srgbClr val="CFE3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8" name="attn_heatmap_11_7">
              <a:extLst>
                <a:ext uri="{FF2B5EF4-FFF2-40B4-BE49-F238E27FC236}">
                  <a16:creationId xmlns:a16="http://schemas.microsoft.com/office/drawing/2014/main" id="{0FF87027-4483-D7F8-A277-C5329BA93797}"/>
                </a:ext>
              </a:extLst>
            </p:cNvPr>
            <p:cNvSpPr/>
            <p:nvPr/>
          </p:nvSpPr>
          <p:spPr>
            <a:xfrm>
              <a:off x="15619754" y="5571242"/>
              <a:ext cx="58999" cy="57753"/>
            </a:xfrm>
            <a:prstGeom prst="rect">
              <a:avLst/>
            </a:prstGeom>
            <a:solidFill>
              <a:srgbClr val="EDE5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9" name="attn_heatmap_11_8">
              <a:extLst>
                <a:ext uri="{FF2B5EF4-FFF2-40B4-BE49-F238E27FC236}">
                  <a16:creationId xmlns:a16="http://schemas.microsoft.com/office/drawing/2014/main" id="{71164DED-C285-785D-67A9-48F411BAE67C}"/>
                </a:ext>
              </a:extLst>
            </p:cNvPr>
            <p:cNvSpPr/>
            <p:nvPr/>
          </p:nvSpPr>
          <p:spPr>
            <a:xfrm>
              <a:off x="15678753" y="5571242"/>
              <a:ext cx="59000" cy="57753"/>
            </a:xfrm>
            <a:prstGeom prst="rect">
              <a:avLst/>
            </a:prstGeom>
            <a:solidFill>
              <a:srgbClr val="BFD8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0" name="attn_heatmap_11_9">
              <a:extLst>
                <a:ext uri="{FF2B5EF4-FFF2-40B4-BE49-F238E27FC236}">
                  <a16:creationId xmlns:a16="http://schemas.microsoft.com/office/drawing/2014/main" id="{43491ECF-5A5F-AF89-0B67-1867788ABADA}"/>
                </a:ext>
              </a:extLst>
            </p:cNvPr>
            <p:cNvSpPr/>
            <p:nvPr/>
          </p:nvSpPr>
          <p:spPr>
            <a:xfrm>
              <a:off x="15737751" y="5571242"/>
              <a:ext cx="59000" cy="57753"/>
            </a:xfrm>
            <a:prstGeom prst="rect">
              <a:avLst/>
            </a:prstGeom>
            <a:solidFill>
              <a:srgbClr val="D6DD1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1" name="attn_heatmap_11_10">
              <a:extLst>
                <a:ext uri="{FF2B5EF4-FFF2-40B4-BE49-F238E27FC236}">
                  <a16:creationId xmlns:a16="http://schemas.microsoft.com/office/drawing/2014/main" id="{43E4098C-E43E-8D57-56B2-22BAB0CC7D1B}"/>
                </a:ext>
              </a:extLst>
            </p:cNvPr>
            <p:cNvSpPr/>
            <p:nvPr/>
          </p:nvSpPr>
          <p:spPr>
            <a:xfrm>
              <a:off x="15796751" y="5571242"/>
              <a:ext cx="58999" cy="57753"/>
            </a:xfrm>
            <a:prstGeom prst="rect">
              <a:avLst/>
            </a:prstGeom>
            <a:solidFill>
              <a:srgbClr val="9A510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2" name="attn_heatmap_11_11">
              <a:extLst>
                <a:ext uri="{FF2B5EF4-FFF2-40B4-BE49-F238E27FC236}">
                  <a16:creationId xmlns:a16="http://schemas.microsoft.com/office/drawing/2014/main" id="{9B799FB8-99A7-176F-A34F-322CFD80A3E3}"/>
                </a:ext>
              </a:extLst>
            </p:cNvPr>
            <p:cNvSpPr/>
            <p:nvPr/>
          </p:nvSpPr>
          <p:spPr>
            <a:xfrm>
              <a:off x="15855748" y="5571242"/>
              <a:ext cx="59000" cy="57753"/>
            </a:xfrm>
            <a:prstGeom prst="rect">
              <a:avLst/>
            </a:prstGeom>
            <a:solidFill>
              <a:srgbClr val="802F0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3" name="attn_heatmap_11_12">
              <a:extLst>
                <a:ext uri="{FF2B5EF4-FFF2-40B4-BE49-F238E27FC236}">
                  <a16:creationId xmlns:a16="http://schemas.microsoft.com/office/drawing/2014/main" id="{0CD2F1D9-16F8-88DC-F572-E1BD9255F4F0}"/>
                </a:ext>
              </a:extLst>
            </p:cNvPr>
            <p:cNvSpPr/>
            <p:nvPr/>
          </p:nvSpPr>
          <p:spPr>
            <a:xfrm>
              <a:off x="15914748" y="5571242"/>
              <a:ext cx="58999" cy="57753"/>
            </a:xfrm>
            <a:prstGeom prst="rect">
              <a:avLst/>
            </a:prstGeom>
            <a:solidFill>
              <a:srgbClr val="E3E0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4" name="attn_heatmap_11_13">
              <a:extLst>
                <a:ext uri="{FF2B5EF4-FFF2-40B4-BE49-F238E27FC236}">
                  <a16:creationId xmlns:a16="http://schemas.microsoft.com/office/drawing/2014/main" id="{57D3943B-DEAE-12A0-265C-45F0AFBD259A}"/>
                </a:ext>
              </a:extLst>
            </p:cNvPr>
            <p:cNvSpPr/>
            <p:nvPr/>
          </p:nvSpPr>
          <p:spPr>
            <a:xfrm>
              <a:off x="15973747" y="5571242"/>
              <a:ext cx="59000" cy="57753"/>
            </a:xfrm>
            <a:prstGeom prst="rect">
              <a:avLst/>
            </a:prstGeom>
            <a:solidFill>
              <a:srgbClr val="B7D1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5" name="attn_heatmap_11_14">
              <a:extLst>
                <a:ext uri="{FF2B5EF4-FFF2-40B4-BE49-F238E27FC236}">
                  <a16:creationId xmlns:a16="http://schemas.microsoft.com/office/drawing/2014/main" id="{845AB04E-41A6-1E59-ABD3-B516DA6E0CC6}"/>
                </a:ext>
              </a:extLst>
            </p:cNvPr>
            <p:cNvSpPr/>
            <p:nvPr/>
          </p:nvSpPr>
          <p:spPr>
            <a:xfrm>
              <a:off x="16032745" y="5571242"/>
              <a:ext cx="59000" cy="57753"/>
            </a:xfrm>
            <a:prstGeom prst="rect">
              <a:avLst/>
            </a:prstGeom>
            <a:solidFill>
              <a:srgbClr val="ECE4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6" name="attn_heatmap_11_15">
              <a:extLst>
                <a:ext uri="{FF2B5EF4-FFF2-40B4-BE49-F238E27FC236}">
                  <a16:creationId xmlns:a16="http://schemas.microsoft.com/office/drawing/2014/main" id="{C1D40902-8390-6269-C016-32F43DF8EA30}"/>
                </a:ext>
              </a:extLst>
            </p:cNvPr>
            <p:cNvSpPr/>
            <p:nvPr/>
          </p:nvSpPr>
          <p:spPr>
            <a:xfrm>
              <a:off x="16091745" y="5571242"/>
              <a:ext cx="58999" cy="57753"/>
            </a:xfrm>
            <a:prstGeom prst="rect">
              <a:avLst/>
            </a:prstGeom>
            <a:solidFill>
              <a:srgbClr val="E4E1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7" name="attn_heatmap_11_16">
              <a:extLst>
                <a:ext uri="{FF2B5EF4-FFF2-40B4-BE49-F238E27FC236}">
                  <a16:creationId xmlns:a16="http://schemas.microsoft.com/office/drawing/2014/main" id="{A8C58681-A097-7981-77D5-E079D1503FD7}"/>
                </a:ext>
              </a:extLst>
            </p:cNvPr>
            <p:cNvSpPr/>
            <p:nvPr/>
          </p:nvSpPr>
          <p:spPr>
            <a:xfrm>
              <a:off x="16150744" y="5571242"/>
              <a:ext cx="59000" cy="57753"/>
            </a:xfrm>
            <a:prstGeom prst="rect">
              <a:avLst/>
            </a:prstGeom>
            <a:solidFill>
              <a:srgbClr val="EDC60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8" name="attn_heatmap_11_17">
              <a:extLst>
                <a:ext uri="{FF2B5EF4-FFF2-40B4-BE49-F238E27FC236}">
                  <a16:creationId xmlns:a16="http://schemas.microsoft.com/office/drawing/2014/main" id="{D28B2C6B-89F8-E3D5-5508-D73AF86FB529}"/>
                </a:ext>
              </a:extLst>
            </p:cNvPr>
            <p:cNvSpPr/>
            <p:nvPr/>
          </p:nvSpPr>
          <p:spPr>
            <a:xfrm>
              <a:off x="16209742" y="5571242"/>
              <a:ext cx="59000" cy="57753"/>
            </a:xfrm>
            <a:prstGeom prst="rect">
              <a:avLst/>
            </a:prstGeom>
            <a:solidFill>
              <a:srgbClr val="E5E7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9" name="attn_heatmap_11_18">
              <a:extLst>
                <a:ext uri="{FF2B5EF4-FFF2-40B4-BE49-F238E27FC236}">
                  <a16:creationId xmlns:a16="http://schemas.microsoft.com/office/drawing/2014/main" id="{F29CDFBE-0D21-D086-3B4B-7BFD67B28385}"/>
                </a:ext>
              </a:extLst>
            </p:cNvPr>
            <p:cNvSpPr/>
            <p:nvPr/>
          </p:nvSpPr>
          <p:spPr>
            <a:xfrm>
              <a:off x="16268742" y="5571242"/>
              <a:ext cx="58999" cy="57753"/>
            </a:xfrm>
            <a:prstGeom prst="rect">
              <a:avLst/>
            </a:prstGeom>
            <a:solidFill>
              <a:srgbClr val="9EAC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0" name="attn_heatmap_11_19">
              <a:extLst>
                <a:ext uri="{FF2B5EF4-FFF2-40B4-BE49-F238E27FC236}">
                  <a16:creationId xmlns:a16="http://schemas.microsoft.com/office/drawing/2014/main" id="{FBE9DB3E-7B1F-CFCF-FEA9-E59CD02B3732}"/>
                </a:ext>
              </a:extLst>
            </p:cNvPr>
            <p:cNvSpPr/>
            <p:nvPr/>
          </p:nvSpPr>
          <p:spPr>
            <a:xfrm>
              <a:off x="16327740" y="5571242"/>
              <a:ext cx="58999" cy="57753"/>
            </a:xfrm>
            <a:prstGeom prst="rect">
              <a:avLst/>
            </a:prstGeom>
            <a:solidFill>
              <a:srgbClr val="F7E3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1" name="attn_heatmap_11_20">
              <a:extLst>
                <a:ext uri="{FF2B5EF4-FFF2-40B4-BE49-F238E27FC236}">
                  <a16:creationId xmlns:a16="http://schemas.microsoft.com/office/drawing/2014/main" id="{D904EF47-DFD3-0B53-67A9-1B986DC99C04}"/>
                </a:ext>
              </a:extLst>
            </p:cNvPr>
            <p:cNvSpPr/>
            <p:nvPr/>
          </p:nvSpPr>
          <p:spPr>
            <a:xfrm>
              <a:off x="16386739" y="5571242"/>
              <a:ext cx="59000" cy="57753"/>
            </a:xfrm>
            <a:prstGeom prst="rect">
              <a:avLst/>
            </a:prstGeom>
            <a:solidFill>
              <a:srgbClr val="6FC95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2" name="attn_heatmap_11_21">
              <a:extLst>
                <a:ext uri="{FF2B5EF4-FFF2-40B4-BE49-F238E27FC236}">
                  <a16:creationId xmlns:a16="http://schemas.microsoft.com/office/drawing/2014/main" id="{C36642AE-E5B3-8767-7D45-D201F58CC881}"/>
                </a:ext>
              </a:extLst>
            </p:cNvPr>
            <p:cNvSpPr/>
            <p:nvPr/>
          </p:nvSpPr>
          <p:spPr>
            <a:xfrm>
              <a:off x="16445739" y="5571242"/>
              <a:ext cx="58999" cy="57753"/>
            </a:xfrm>
            <a:prstGeom prst="rect">
              <a:avLst/>
            </a:prstGeom>
            <a:solidFill>
              <a:srgbClr val="90D0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3" name="attn_heatmap_11_22">
              <a:extLst>
                <a:ext uri="{FF2B5EF4-FFF2-40B4-BE49-F238E27FC236}">
                  <a16:creationId xmlns:a16="http://schemas.microsoft.com/office/drawing/2014/main" id="{CF22C277-0770-CBE8-A556-92618AC0E447}"/>
                </a:ext>
              </a:extLst>
            </p:cNvPr>
            <p:cNvSpPr/>
            <p:nvPr/>
          </p:nvSpPr>
          <p:spPr>
            <a:xfrm>
              <a:off x="16504737" y="5571242"/>
              <a:ext cx="58999" cy="57753"/>
            </a:xfrm>
            <a:prstGeom prst="rect">
              <a:avLst/>
            </a:prstGeom>
            <a:solidFill>
              <a:srgbClr val="C2DA1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4" name="attn_heatmap_11_23">
              <a:extLst>
                <a:ext uri="{FF2B5EF4-FFF2-40B4-BE49-F238E27FC236}">
                  <a16:creationId xmlns:a16="http://schemas.microsoft.com/office/drawing/2014/main" id="{BA9C1D1F-2758-6F20-6094-90CEFBBCA11C}"/>
                </a:ext>
              </a:extLst>
            </p:cNvPr>
            <p:cNvSpPr/>
            <p:nvPr/>
          </p:nvSpPr>
          <p:spPr>
            <a:xfrm>
              <a:off x="16563736" y="5571242"/>
              <a:ext cx="59000" cy="57753"/>
            </a:xfrm>
            <a:prstGeom prst="rect">
              <a:avLst/>
            </a:prstGeom>
            <a:solidFill>
              <a:srgbClr val="DDE3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5" name="attn_heatmap_12_0">
              <a:extLst>
                <a:ext uri="{FF2B5EF4-FFF2-40B4-BE49-F238E27FC236}">
                  <a16:creationId xmlns:a16="http://schemas.microsoft.com/office/drawing/2014/main" id="{A00BFF7C-52B3-6E28-8039-33CEDA54A26D}"/>
                </a:ext>
              </a:extLst>
            </p:cNvPr>
            <p:cNvSpPr/>
            <p:nvPr/>
          </p:nvSpPr>
          <p:spPr>
            <a:xfrm>
              <a:off x="15206762" y="5628994"/>
              <a:ext cx="58999" cy="57753"/>
            </a:xfrm>
            <a:prstGeom prst="rect">
              <a:avLst/>
            </a:prstGeom>
            <a:solidFill>
              <a:srgbClr val="D1E1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6" name="attn_heatmap_12_1">
              <a:extLst>
                <a:ext uri="{FF2B5EF4-FFF2-40B4-BE49-F238E27FC236}">
                  <a16:creationId xmlns:a16="http://schemas.microsoft.com/office/drawing/2014/main" id="{856E8BEF-F145-5CEA-2FEE-7139AD372616}"/>
                </a:ext>
              </a:extLst>
            </p:cNvPr>
            <p:cNvSpPr/>
            <p:nvPr/>
          </p:nvSpPr>
          <p:spPr>
            <a:xfrm>
              <a:off x="15265760" y="5628994"/>
              <a:ext cx="58999" cy="57753"/>
            </a:xfrm>
            <a:prstGeom prst="rect">
              <a:avLst/>
            </a:prstGeom>
            <a:solidFill>
              <a:srgbClr val="B2DF3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7" name="attn_heatmap_12_2">
              <a:extLst>
                <a:ext uri="{FF2B5EF4-FFF2-40B4-BE49-F238E27FC236}">
                  <a16:creationId xmlns:a16="http://schemas.microsoft.com/office/drawing/2014/main" id="{C533630A-CD41-5BDA-1F95-9D80C026CA73}"/>
                </a:ext>
              </a:extLst>
            </p:cNvPr>
            <p:cNvSpPr/>
            <p:nvPr/>
          </p:nvSpPr>
          <p:spPr>
            <a:xfrm>
              <a:off x="15324759" y="5628994"/>
              <a:ext cx="59000" cy="57753"/>
            </a:xfrm>
            <a:prstGeom prst="rect">
              <a:avLst/>
            </a:prstGeom>
            <a:solidFill>
              <a:srgbClr val="ACDC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8" name="attn_heatmap_12_3">
              <a:extLst>
                <a:ext uri="{FF2B5EF4-FFF2-40B4-BE49-F238E27FC236}">
                  <a16:creationId xmlns:a16="http://schemas.microsoft.com/office/drawing/2014/main" id="{A35BBCAC-52F6-FC56-182A-CDEE80A27815}"/>
                </a:ext>
              </a:extLst>
            </p:cNvPr>
            <p:cNvSpPr/>
            <p:nvPr/>
          </p:nvSpPr>
          <p:spPr>
            <a:xfrm>
              <a:off x="15383759" y="5628994"/>
              <a:ext cx="58999" cy="57753"/>
            </a:xfrm>
            <a:prstGeom prst="rect">
              <a:avLst/>
            </a:prstGeom>
            <a:solidFill>
              <a:srgbClr val="B7DD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9" name="attn_heatmap_12_4">
              <a:extLst>
                <a:ext uri="{FF2B5EF4-FFF2-40B4-BE49-F238E27FC236}">
                  <a16:creationId xmlns:a16="http://schemas.microsoft.com/office/drawing/2014/main" id="{E9C0F28A-4F28-8DBA-F2F3-29469EC2758D}"/>
                </a:ext>
              </a:extLst>
            </p:cNvPr>
            <p:cNvSpPr/>
            <p:nvPr/>
          </p:nvSpPr>
          <p:spPr>
            <a:xfrm>
              <a:off x="15442757" y="5628994"/>
              <a:ext cx="58999" cy="57753"/>
            </a:xfrm>
            <a:prstGeom prst="rect">
              <a:avLst/>
            </a:prstGeom>
            <a:solidFill>
              <a:srgbClr val="DFE3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0" name="attn_heatmap_12_5">
              <a:extLst>
                <a:ext uri="{FF2B5EF4-FFF2-40B4-BE49-F238E27FC236}">
                  <a16:creationId xmlns:a16="http://schemas.microsoft.com/office/drawing/2014/main" id="{8BB276EF-3831-DE32-FFD4-CEACD24939C4}"/>
                </a:ext>
              </a:extLst>
            </p:cNvPr>
            <p:cNvSpPr/>
            <p:nvPr/>
          </p:nvSpPr>
          <p:spPr>
            <a:xfrm>
              <a:off x="15501756" y="5628994"/>
              <a:ext cx="59000" cy="57753"/>
            </a:xfrm>
            <a:prstGeom prst="rect">
              <a:avLst/>
            </a:prstGeom>
            <a:solidFill>
              <a:srgbClr val="AED6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1" name="attn_heatmap_12_6">
              <a:extLst>
                <a:ext uri="{FF2B5EF4-FFF2-40B4-BE49-F238E27FC236}">
                  <a16:creationId xmlns:a16="http://schemas.microsoft.com/office/drawing/2014/main" id="{F17D7105-306D-8EC9-232C-F1C282D7267A}"/>
                </a:ext>
              </a:extLst>
            </p:cNvPr>
            <p:cNvSpPr/>
            <p:nvPr/>
          </p:nvSpPr>
          <p:spPr>
            <a:xfrm>
              <a:off x="15560754" y="5628994"/>
              <a:ext cx="59000" cy="57753"/>
            </a:xfrm>
            <a:prstGeom prst="rect">
              <a:avLst/>
            </a:prstGeom>
            <a:solidFill>
              <a:srgbClr val="ECE5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2" name="attn_heatmap_12_7">
              <a:extLst>
                <a:ext uri="{FF2B5EF4-FFF2-40B4-BE49-F238E27FC236}">
                  <a16:creationId xmlns:a16="http://schemas.microsoft.com/office/drawing/2014/main" id="{26DE434B-3766-5F50-B78F-B5935E95A3F1}"/>
                </a:ext>
              </a:extLst>
            </p:cNvPr>
            <p:cNvSpPr/>
            <p:nvPr/>
          </p:nvSpPr>
          <p:spPr>
            <a:xfrm>
              <a:off x="15619754" y="5628994"/>
              <a:ext cx="58999" cy="57753"/>
            </a:xfrm>
            <a:prstGeom prst="rect">
              <a:avLst/>
            </a:prstGeom>
            <a:solidFill>
              <a:srgbClr val="DEE31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3" name="attn_heatmap_12_8">
              <a:extLst>
                <a:ext uri="{FF2B5EF4-FFF2-40B4-BE49-F238E27FC236}">
                  <a16:creationId xmlns:a16="http://schemas.microsoft.com/office/drawing/2014/main" id="{892A23E7-4D5A-BD22-B482-EB0B04C2FAE9}"/>
                </a:ext>
              </a:extLst>
            </p:cNvPr>
            <p:cNvSpPr/>
            <p:nvPr/>
          </p:nvSpPr>
          <p:spPr>
            <a:xfrm>
              <a:off x="15678753" y="5628994"/>
              <a:ext cx="59000" cy="57753"/>
            </a:xfrm>
            <a:prstGeom prst="rect">
              <a:avLst/>
            </a:prstGeom>
            <a:solidFill>
              <a:srgbClr val="D1E3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4" name="attn_heatmap_12_9">
              <a:extLst>
                <a:ext uri="{FF2B5EF4-FFF2-40B4-BE49-F238E27FC236}">
                  <a16:creationId xmlns:a16="http://schemas.microsoft.com/office/drawing/2014/main" id="{2A693942-3DBF-93DE-019C-08677C497AAC}"/>
                </a:ext>
              </a:extLst>
            </p:cNvPr>
            <p:cNvSpPr/>
            <p:nvPr/>
          </p:nvSpPr>
          <p:spPr>
            <a:xfrm>
              <a:off x="15737751" y="5628994"/>
              <a:ext cx="59000" cy="57753"/>
            </a:xfrm>
            <a:prstGeom prst="rect">
              <a:avLst/>
            </a:prstGeom>
            <a:solidFill>
              <a:srgbClr val="EAE3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5" name="attn_heatmap_12_10">
              <a:extLst>
                <a:ext uri="{FF2B5EF4-FFF2-40B4-BE49-F238E27FC236}">
                  <a16:creationId xmlns:a16="http://schemas.microsoft.com/office/drawing/2014/main" id="{1BD44C5F-4B5B-BB60-75A0-9D40769FF1AD}"/>
                </a:ext>
              </a:extLst>
            </p:cNvPr>
            <p:cNvSpPr/>
            <p:nvPr/>
          </p:nvSpPr>
          <p:spPr>
            <a:xfrm>
              <a:off x="15796751" y="5628994"/>
              <a:ext cx="58999" cy="57753"/>
            </a:xfrm>
            <a:prstGeom prst="rect">
              <a:avLst/>
            </a:prstGeom>
            <a:solidFill>
              <a:srgbClr val="CFE0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6" name="attn_heatmap_12_11">
              <a:extLst>
                <a:ext uri="{FF2B5EF4-FFF2-40B4-BE49-F238E27FC236}">
                  <a16:creationId xmlns:a16="http://schemas.microsoft.com/office/drawing/2014/main" id="{CB91FC36-3B32-4CC5-9E0D-2CFAEE906DF5}"/>
                </a:ext>
              </a:extLst>
            </p:cNvPr>
            <p:cNvSpPr/>
            <p:nvPr/>
          </p:nvSpPr>
          <p:spPr>
            <a:xfrm>
              <a:off x="15855748" y="5628994"/>
              <a:ext cx="59000" cy="57753"/>
            </a:xfrm>
            <a:prstGeom prst="rect">
              <a:avLst/>
            </a:prstGeom>
            <a:solidFill>
              <a:srgbClr val="752E0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7" name="attn_heatmap_12_12">
              <a:extLst>
                <a:ext uri="{FF2B5EF4-FFF2-40B4-BE49-F238E27FC236}">
                  <a16:creationId xmlns:a16="http://schemas.microsoft.com/office/drawing/2014/main" id="{DD629975-40B3-1058-F3CE-DBA4EEF20EF1}"/>
                </a:ext>
              </a:extLst>
            </p:cNvPr>
            <p:cNvSpPr/>
            <p:nvPr/>
          </p:nvSpPr>
          <p:spPr>
            <a:xfrm>
              <a:off x="15914748" y="5628994"/>
              <a:ext cx="58999" cy="57753"/>
            </a:xfrm>
            <a:prstGeom prst="rect">
              <a:avLst/>
            </a:prstGeom>
            <a:solidFill>
              <a:srgbClr val="7D2C0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8" name="attn_heatmap_12_13">
              <a:extLst>
                <a:ext uri="{FF2B5EF4-FFF2-40B4-BE49-F238E27FC236}">
                  <a16:creationId xmlns:a16="http://schemas.microsoft.com/office/drawing/2014/main" id="{27D2F7C5-6801-FC61-91D0-54E8F09AE06D}"/>
                </a:ext>
              </a:extLst>
            </p:cNvPr>
            <p:cNvSpPr/>
            <p:nvPr/>
          </p:nvSpPr>
          <p:spPr>
            <a:xfrm>
              <a:off x="15973747" y="5628994"/>
              <a:ext cx="59000" cy="57753"/>
            </a:xfrm>
            <a:prstGeom prst="rect">
              <a:avLst/>
            </a:prstGeom>
            <a:solidFill>
              <a:srgbClr val="DEDB1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9" name="attn_heatmap_12_14">
              <a:extLst>
                <a:ext uri="{FF2B5EF4-FFF2-40B4-BE49-F238E27FC236}">
                  <a16:creationId xmlns:a16="http://schemas.microsoft.com/office/drawing/2014/main" id="{4CD6E645-D762-1BAC-B484-7EA5E8F4D98F}"/>
                </a:ext>
              </a:extLst>
            </p:cNvPr>
            <p:cNvSpPr/>
            <p:nvPr/>
          </p:nvSpPr>
          <p:spPr>
            <a:xfrm>
              <a:off x="16032745" y="5628994"/>
              <a:ext cx="59000" cy="57753"/>
            </a:xfrm>
            <a:prstGeom prst="rect">
              <a:avLst/>
            </a:prstGeom>
            <a:solidFill>
              <a:srgbClr val="E7E5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0" name="attn_heatmap_12_15">
              <a:extLst>
                <a:ext uri="{FF2B5EF4-FFF2-40B4-BE49-F238E27FC236}">
                  <a16:creationId xmlns:a16="http://schemas.microsoft.com/office/drawing/2014/main" id="{FD21713F-20AD-D4DF-5559-2D3F7FE49C8D}"/>
                </a:ext>
              </a:extLst>
            </p:cNvPr>
            <p:cNvSpPr/>
            <p:nvPr/>
          </p:nvSpPr>
          <p:spPr>
            <a:xfrm>
              <a:off x="16091745" y="5628994"/>
              <a:ext cx="58999" cy="57753"/>
            </a:xfrm>
            <a:prstGeom prst="rect">
              <a:avLst/>
            </a:prstGeom>
            <a:solidFill>
              <a:srgbClr val="CDE2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1" name="attn_heatmap_12_16">
              <a:extLst>
                <a:ext uri="{FF2B5EF4-FFF2-40B4-BE49-F238E27FC236}">
                  <a16:creationId xmlns:a16="http://schemas.microsoft.com/office/drawing/2014/main" id="{B42B6CEF-5B2A-13D9-2354-0FE1DFD0D6FC}"/>
                </a:ext>
              </a:extLst>
            </p:cNvPr>
            <p:cNvSpPr/>
            <p:nvPr/>
          </p:nvSpPr>
          <p:spPr>
            <a:xfrm>
              <a:off x="16150744" y="5628994"/>
              <a:ext cx="59000" cy="57753"/>
            </a:xfrm>
            <a:prstGeom prst="rect">
              <a:avLst/>
            </a:prstGeom>
            <a:solidFill>
              <a:srgbClr val="D2C71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2" name="attn_heatmap_12_17">
              <a:extLst>
                <a:ext uri="{FF2B5EF4-FFF2-40B4-BE49-F238E27FC236}">
                  <a16:creationId xmlns:a16="http://schemas.microsoft.com/office/drawing/2014/main" id="{7B02335E-F908-17C5-3F3C-8511BF2F6C62}"/>
                </a:ext>
              </a:extLst>
            </p:cNvPr>
            <p:cNvSpPr/>
            <p:nvPr/>
          </p:nvSpPr>
          <p:spPr>
            <a:xfrm>
              <a:off x="16209742" y="5628994"/>
              <a:ext cx="59000" cy="57753"/>
            </a:xfrm>
            <a:prstGeom prst="rect">
              <a:avLst/>
            </a:prstGeom>
            <a:solidFill>
              <a:srgbClr val="DAE3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3" name="attn_heatmap_12_18">
              <a:extLst>
                <a:ext uri="{FF2B5EF4-FFF2-40B4-BE49-F238E27FC236}">
                  <a16:creationId xmlns:a16="http://schemas.microsoft.com/office/drawing/2014/main" id="{F91D0147-DD3D-0E24-3CAB-7DA35D2B9193}"/>
                </a:ext>
              </a:extLst>
            </p:cNvPr>
            <p:cNvSpPr/>
            <p:nvPr/>
          </p:nvSpPr>
          <p:spPr>
            <a:xfrm>
              <a:off x="16268742" y="5628994"/>
              <a:ext cx="58999" cy="57753"/>
            </a:xfrm>
            <a:prstGeom prst="rect">
              <a:avLst/>
            </a:prstGeom>
            <a:solidFill>
              <a:srgbClr val="B6980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4" name="attn_heatmap_12_19">
              <a:extLst>
                <a:ext uri="{FF2B5EF4-FFF2-40B4-BE49-F238E27FC236}">
                  <a16:creationId xmlns:a16="http://schemas.microsoft.com/office/drawing/2014/main" id="{C7630BA9-199A-A095-A65B-522DC56EE48F}"/>
                </a:ext>
              </a:extLst>
            </p:cNvPr>
            <p:cNvSpPr/>
            <p:nvPr/>
          </p:nvSpPr>
          <p:spPr>
            <a:xfrm>
              <a:off x="16327740" y="5628994"/>
              <a:ext cx="58999" cy="57753"/>
            </a:xfrm>
            <a:prstGeom prst="rect">
              <a:avLst/>
            </a:prstGeom>
            <a:solidFill>
              <a:srgbClr val="CDDF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5" name="attn_heatmap_12_20">
              <a:extLst>
                <a:ext uri="{FF2B5EF4-FFF2-40B4-BE49-F238E27FC236}">
                  <a16:creationId xmlns:a16="http://schemas.microsoft.com/office/drawing/2014/main" id="{068442BC-039A-FC51-D914-D4955AA51377}"/>
                </a:ext>
              </a:extLst>
            </p:cNvPr>
            <p:cNvSpPr/>
            <p:nvPr/>
          </p:nvSpPr>
          <p:spPr>
            <a:xfrm>
              <a:off x="16386739" y="5628994"/>
              <a:ext cx="59000" cy="57753"/>
            </a:xfrm>
            <a:prstGeom prst="rect">
              <a:avLst/>
            </a:prstGeom>
            <a:solidFill>
              <a:srgbClr val="67C95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6" name="attn_heatmap_12_21">
              <a:extLst>
                <a:ext uri="{FF2B5EF4-FFF2-40B4-BE49-F238E27FC236}">
                  <a16:creationId xmlns:a16="http://schemas.microsoft.com/office/drawing/2014/main" id="{48928624-16AF-713B-8DD7-505C7485A132}"/>
                </a:ext>
              </a:extLst>
            </p:cNvPr>
            <p:cNvSpPr/>
            <p:nvPr/>
          </p:nvSpPr>
          <p:spPr>
            <a:xfrm>
              <a:off x="16445739" y="5628994"/>
              <a:ext cx="58999" cy="57753"/>
            </a:xfrm>
            <a:prstGeom prst="rect">
              <a:avLst/>
            </a:prstGeom>
            <a:solidFill>
              <a:srgbClr val="85C4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7" name="attn_heatmap_12_22">
              <a:extLst>
                <a:ext uri="{FF2B5EF4-FFF2-40B4-BE49-F238E27FC236}">
                  <a16:creationId xmlns:a16="http://schemas.microsoft.com/office/drawing/2014/main" id="{044D3449-EC28-15C8-0A0E-158140407687}"/>
                </a:ext>
              </a:extLst>
            </p:cNvPr>
            <p:cNvSpPr/>
            <p:nvPr/>
          </p:nvSpPr>
          <p:spPr>
            <a:xfrm>
              <a:off x="16504737" y="5628994"/>
              <a:ext cx="58999" cy="57753"/>
            </a:xfrm>
            <a:prstGeom prst="rect">
              <a:avLst/>
            </a:prstGeom>
            <a:solidFill>
              <a:srgbClr val="E1D61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8" name="attn_heatmap_12_23">
              <a:extLst>
                <a:ext uri="{FF2B5EF4-FFF2-40B4-BE49-F238E27FC236}">
                  <a16:creationId xmlns:a16="http://schemas.microsoft.com/office/drawing/2014/main" id="{2809AAF8-26A9-B5A6-8ECB-6E98E2432DC3}"/>
                </a:ext>
              </a:extLst>
            </p:cNvPr>
            <p:cNvSpPr/>
            <p:nvPr/>
          </p:nvSpPr>
          <p:spPr>
            <a:xfrm>
              <a:off x="16563736" y="5628994"/>
              <a:ext cx="59000" cy="57753"/>
            </a:xfrm>
            <a:prstGeom prst="rect">
              <a:avLst/>
            </a:prstGeom>
            <a:solidFill>
              <a:srgbClr val="CDDF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9" name="attn_heatmap_13_0">
              <a:extLst>
                <a:ext uri="{FF2B5EF4-FFF2-40B4-BE49-F238E27FC236}">
                  <a16:creationId xmlns:a16="http://schemas.microsoft.com/office/drawing/2014/main" id="{8741893B-884F-A8C3-3D4C-DE5619036EF2}"/>
                </a:ext>
              </a:extLst>
            </p:cNvPr>
            <p:cNvSpPr/>
            <p:nvPr/>
          </p:nvSpPr>
          <p:spPr>
            <a:xfrm>
              <a:off x="15206762" y="5686747"/>
              <a:ext cx="58999" cy="57753"/>
            </a:xfrm>
            <a:prstGeom prst="rect">
              <a:avLst/>
            </a:prstGeom>
            <a:solidFill>
              <a:srgbClr val="A0D6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0" name="attn_heatmap_13_1">
              <a:extLst>
                <a:ext uri="{FF2B5EF4-FFF2-40B4-BE49-F238E27FC236}">
                  <a16:creationId xmlns:a16="http://schemas.microsoft.com/office/drawing/2014/main" id="{60EE4DA0-AF14-9EEC-1B9A-773DD9041D16}"/>
                </a:ext>
              </a:extLst>
            </p:cNvPr>
            <p:cNvSpPr/>
            <p:nvPr/>
          </p:nvSpPr>
          <p:spPr>
            <a:xfrm>
              <a:off x="15265760" y="5686747"/>
              <a:ext cx="58999" cy="57753"/>
            </a:xfrm>
            <a:prstGeom prst="rect">
              <a:avLst/>
            </a:prstGeom>
            <a:solidFill>
              <a:srgbClr val="8AD14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1" name="attn_heatmap_13_2">
              <a:extLst>
                <a:ext uri="{FF2B5EF4-FFF2-40B4-BE49-F238E27FC236}">
                  <a16:creationId xmlns:a16="http://schemas.microsoft.com/office/drawing/2014/main" id="{D355ECBE-C89B-B5E6-BAD3-858980BFD721}"/>
                </a:ext>
              </a:extLst>
            </p:cNvPr>
            <p:cNvSpPr/>
            <p:nvPr/>
          </p:nvSpPr>
          <p:spPr>
            <a:xfrm>
              <a:off x="15324759" y="5686747"/>
              <a:ext cx="59000" cy="57753"/>
            </a:xfrm>
            <a:prstGeom prst="rect">
              <a:avLst/>
            </a:prstGeom>
            <a:solidFill>
              <a:srgbClr val="9DD8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2" name="attn_heatmap_13_3">
              <a:extLst>
                <a:ext uri="{FF2B5EF4-FFF2-40B4-BE49-F238E27FC236}">
                  <a16:creationId xmlns:a16="http://schemas.microsoft.com/office/drawing/2014/main" id="{C8360DD9-E975-D4B0-02F9-EFD1376465B7}"/>
                </a:ext>
              </a:extLst>
            </p:cNvPr>
            <p:cNvSpPr/>
            <p:nvPr/>
          </p:nvSpPr>
          <p:spPr>
            <a:xfrm>
              <a:off x="15383759" y="5686747"/>
              <a:ext cx="58999" cy="57753"/>
            </a:xfrm>
            <a:prstGeom prst="rect">
              <a:avLst/>
            </a:prstGeom>
            <a:solidFill>
              <a:srgbClr val="9CD43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3" name="attn_heatmap_13_4">
              <a:extLst>
                <a:ext uri="{FF2B5EF4-FFF2-40B4-BE49-F238E27FC236}">
                  <a16:creationId xmlns:a16="http://schemas.microsoft.com/office/drawing/2014/main" id="{24A05C04-FA20-CB9C-FF5A-2915A8B6CEB9}"/>
                </a:ext>
              </a:extLst>
            </p:cNvPr>
            <p:cNvSpPr/>
            <p:nvPr/>
          </p:nvSpPr>
          <p:spPr>
            <a:xfrm>
              <a:off x="15442757" y="5686747"/>
              <a:ext cx="58999" cy="57753"/>
            </a:xfrm>
            <a:prstGeom prst="rect">
              <a:avLst/>
            </a:prstGeom>
            <a:solidFill>
              <a:srgbClr val="C5DC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4" name="attn_heatmap_13_5">
              <a:extLst>
                <a:ext uri="{FF2B5EF4-FFF2-40B4-BE49-F238E27FC236}">
                  <a16:creationId xmlns:a16="http://schemas.microsoft.com/office/drawing/2014/main" id="{FA17A25B-040B-E5E9-5027-013AB85986EA}"/>
                </a:ext>
              </a:extLst>
            </p:cNvPr>
            <p:cNvSpPr/>
            <p:nvPr/>
          </p:nvSpPr>
          <p:spPr>
            <a:xfrm>
              <a:off x="15501756" y="5686747"/>
              <a:ext cx="59000" cy="57753"/>
            </a:xfrm>
            <a:prstGeom prst="rect">
              <a:avLst/>
            </a:prstGeom>
            <a:solidFill>
              <a:srgbClr val="A0D4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5" name="attn_heatmap_13_6">
              <a:extLst>
                <a:ext uri="{FF2B5EF4-FFF2-40B4-BE49-F238E27FC236}">
                  <a16:creationId xmlns:a16="http://schemas.microsoft.com/office/drawing/2014/main" id="{112F1613-7FAD-AF8E-A988-567519555281}"/>
                </a:ext>
              </a:extLst>
            </p:cNvPr>
            <p:cNvSpPr/>
            <p:nvPr/>
          </p:nvSpPr>
          <p:spPr>
            <a:xfrm>
              <a:off x="15560754" y="5686747"/>
              <a:ext cx="59000" cy="57753"/>
            </a:xfrm>
            <a:prstGeom prst="rect">
              <a:avLst/>
            </a:prstGeom>
            <a:solidFill>
              <a:srgbClr val="BFDA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6" name="attn_heatmap_13_7">
              <a:extLst>
                <a:ext uri="{FF2B5EF4-FFF2-40B4-BE49-F238E27FC236}">
                  <a16:creationId xmlns:a16="http://schemas.microsoft.com/office/drawing/2014/main" id="{B27DDA7D-BD17-407E-4F6B-69B466B62952}"/>
                </a:ext>
              </a:extLst>
            </p:cNvPr>
            <p:cNvSpPr/>
            <p:nvPr/>
          </p:nvSpPr>
          <p:spPr>
            <a:xfrm>
              <a:off x="15619754" y="5686747"/>
              <a:ext cx="58999" cy="57753"/>
            </a:xfrm>
            <a:prstGeom prst="rect">
              <a:avLst/>
            </a:prstGeom>
            <a:solidFill>
              <a:srgbClr val="A6D83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7" name="attn_heatmap_13_8">
              <a:extLst>
                <a:ext uri="{FF2B5EF4-FFF2-40B4-BE49-F238E27FC236}">
                  <a16:creationId xmlns:a16="http://schemas.microsoft.com/office/drawing/2014/main" id="{258947E5-C7BA-A807-36AA-F05FFC9A4516}"/>
                </a:ext>
              </a:extLst>
            </p:cNvPr>
            <p:cNvSpPr/>
            <p:nvPr/>
          </p:nvSpPr>
          <p:spPr>
            <a:xfrm>
              <a:off x="15678753" y="5686747"/>
              <a:ext cx="59000" cy="57753"/>
            </a:xfrm>
            <a:prstGeom prst="rect">
              <a:avLst/>
            </a:prstGeom>
            <a:solidFill>
              <a:srgbClr val="B7DA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8" name="attn_heatmap_13_9">
              <a:extLst>
                <a:ext uri="{FF2B5EF4-FFF2-40B4-BE49-F238E27FC236}">
                  <a16:creationId xmlns:a16="http://schemas.microsoft.com/office/drawing/2014/main" id="{A8563EF7-87E7-6FD4-9751-858BCC03370D}"/>
                </a:ext>
              </a:extLst>
            </p:cNvPr>
            <p:cNvSpPr/>
            <p:nvPr/>
          </p:nvSpPr>
          <p:spPr>
            <a:xfrm>
              <a:off x="15737751" y="5686747"/>
              <a:ext cx="59000" cy="57753"/>
            </a:xfrm>
            <a:prstGeom prst="rect">
              <a:avLst/>
            </a:prstGeom>
            <a:solidFill>
              <a:srgbClr val="BDDA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9" name="attn_heatmap_13_10">
              <a:extLst>
                <a:ext uri="{FF2B5EF4-FFF2-40B4-BE49-F238E27FC236}">
                  <a16:creationId xmlns:a16="http://schemas.microsoft.com/office/drawing/2014/main" id="{BB17D382-E4E6-247A-0184-8D6B4D80C57E}"/>
                </a:ext>
              </a:extLst>
            </p:cNvPr>
            <p:cNvSpPr/>
            <p:nvPr/>
          </p:nvSpPr>
          <p:spPr>
            <a:xfrm>
              <a:off x="15796751" y="5686747"/>
              <a:ext cx="58999" cy="57753"/>
            </a:xfrm>
            <a:prstGeom prst="rect">
              <a:avLst/>
            </a:prstGeom>
            <a:solidFill>
              <a:srgbClr val="B7DC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0" name="attn_heatmap_13_11">
              <a:extLst>
                <a:ext uri="{FF2B5EF4-FFF2-40B4-BE49-F238E27FC236}">
                  <a16:creationId xmlns:a16="http://schemas.microsoft.com/office/drawing/2014/main" id="{3D4D68B6-7AF5-097F-278D-C81A8A7574AF}"/>
                </a:ext>
              </a:extLst>
            </p:cNvPr>
            <p:cNvSpPr/>
            <p:nvPr/>
          </p:nvSpPr>
          <p:spPr>
            <a:xfrm>
              <a:off x="15855748" y="5686747"/>
              <a:ext cx="59000" cy="57753"/>
            </a:xfrm>
            <a:prstGeom prst="rect">
              <a:avLst/>
            </a:prstGeom>
            <a:solidFill>
              <a:srgbClr val="B0D9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1" name="attn_heatmap_13_12">
              <a:extLst>
                <a:ext uri="{FF2B5EF4-FFF2-40B4-BE49-F238E27FC236}">
                  <a16:creationId xmlns:a16="http://schemas.microsoft.com/office/drawing/2014/main" id="{D5E1BAEE-7965-A53E-9F7C-6B1FB38C71E4}"/>
                </a:ext>
              </a:extLst>
            </p:cNvPr>
            <p:cNvSpPr/>
            <p:nvPr/>
          </p:nvSpPr>
          <p:spPr>
            <a:xfrm>
              <a:off x="15914748" y="5686747"/>
              <a:ext cx="58999" cy="57753"/>
            </a:xfrm>
            <a:prstGeom prst="rect">
              <a:avLst/>
            </a:prstGeom>
            <a:solidFill>
              <a:srgbClr val="E1DF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2" name="attn_heatmap_13_13">
              <a:extLst>
                <a:ext uri="{FF2B5EF4-FFF2-40B4-BE49-F238E27FC236}">
                  <a16:creationId xmlns:a16="http://schemas.microsoft.com/office/drawing/2014/main" id="{6E971EE5-DA90-1147-4BF9-E5E13A375183}"/>
                </a:ext>
              </a:extLst>
            </p:cNvPr>
            <p:cNvSpPr/>
            <p:nvPr/>
          </p:nvSpPr>
          <p:spPr>
            <a:xfrm>
              <a:off x="15973747" y="5686747"/>
              <a:ext cx="59000" cy="57753"/>
            </a:xfrm>
            <a:prstGeom prst="rect">
              <a:avLst/>
            </a:prstGeom>
            <a:solidFill>
              <a:srgbClr val="EFE6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3" name="attn_heatmap_13_14">
              <a:extLst>
                <a:ext uri="{FF2B5EF4-FFF2-40B4-BE49-F238E27FC236}">
                  <a16:creationId xmlns:a16="http://schemas.microsoft.com/office/drawing/2014/main" id="{9BC99BCD-B687-B6BB-B0B9-53F002C751C9}"/>
                </a:ext>
              </a:extLst>
            </p:cNvPr>
            <p:cNvSpPr/>
            <p:nvPr/>
          </p:nvSpPr>
          <p:spPr>
            <a:xfrm>
              <a:off x="16032745" y="5686747"/>
              <a:ext cx="59000" cy="57753"/>
            </a:xfrm>
            <a:prstGeom prst="rect">
              <a:avLst/>
            </a:prstGeom>
            <a:solidFill>
              <a:srgbClr val="C2DA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4" name="attn_heatmap_13_15">
              <a:extLst>
                <a:ext uri="{FF2B5EF4-FFF2-40B4-BE49-F238E27FC236}">
                  <a16:creationId xmlns:a16="http://schemas.microsoft.com/office/drawing/2014/main" id="{0B7A414C-EB74-BBB5-C679-81887FF2B462}"/>
                </a:ext>
              </a:extLst>
            </p:cNvPr>
            <p:cNvSpPr/>
            <p:nvPr/>
          </p:nvSpPr>
          <p:spPr>
            <a:xfrm>
              <a:off x="16091745" y="5686747"/>
              <a:ext cx="58999" cy="57753"/>
            </a:xfrm>
            <a:prstGeom prst="rect">
              <a:avLst/>
            </a:prstGeom>
            <a:solidFill>
              <a:srgbClr val="C3DA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5" name="attn_heatmap_13_16">
              <a:extLst>
                <a:ext uri="{FF2B5EF4-FFF2-40B4-BE49-F238E27FC236}">
                  <a16:creationId xmlns:a16="http://schemas.microsoft.com/office/drawing/2014/main" id="{E582151C-5644-B8B4-4753-65283037B3BB}"/>
                </a:ext>
              </a:extLst>
            </p:cNvPr>
            <p:cNvSpPr/>
            <p:nvPr/>
          </p:nvSpPr>
          <p:spPr>
            <a:xfrm>
              <a:off x="16150744" y="5686747"/>
              <a:ext cx="59000" cy="57753"/>
            </a:xfrm>
            <a:prstGeom prst="rect">
              <a:avLst/>
            </a:prstGeom>
            <a:solidFill>
              <a:srgbClr val="B6D7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6" name="attn_heatmap_13_17">
              <a:extLst>
                <a:ext uri="{FF2B5EF4-FFF2-40B4-BE49-F238E27FC236}">
                  <a16:creationId xmlns:a16="http://schemas.microsoft.com/office/drawing/2014/main" id="{7116A8D8-4E41-E9A3-18A7-3050EF191668}"/>
                </a:ext>
              </a:extLst>
            </p:cNvPr>
            <p:cNvSpPr/>
            <p:nvPr/>
          </p:nvSpPr>
          <p:spPr>
            <a:xfrm>
              <a:off x="16209742" y="5686747"/>
              <a:ext cx="59000" cy="57753"/>
            </a:xfrm>
            <a:prstGeom prst="rect">
              <a:avLst/>
            </a:prstGeom>
            <a:solidFill>
              <a:srgbClr val="92D33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7" name="attn_heatmap_13_18">
              <a:extLst>
                <a:ext uri="{FF2B5EF4-FFF2-40B4-BE49-F238E27FC236}">
                  <a16:creationId xmlns:a16="http://schemas.microsoft.com/office/drawing/2014/main" id="{34505656-0802-3C93-88CF-7543C0C775A1}"/>
                </a:ext>
              </a:extLst>
            </p:cNvPr>
            <p:cNvSpPr/>
            <p:nvPr/>
          </p:nvSpPr>
          <p:spPr>
            <a:xfrm>
              <a:off x="16268742" y="5686747"/>
              <a:ext cx="58999" cy="57753"/>
            </a:xfrm>
            <a:prstGeom prst="rect">
              <a:avLst/>
            </a:prstGeom>
            <a:solidFill>
              <a:srgbClr val="BEDA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8" name="attn_heatmap_13_19">
              <a:extLst>
                <a:ext uri="{FF2B5EF4-FFF2-40B4-BE49-F238E27FC236}">
                  <a16:creationId xmlns:a16="http://schemas.microsoft.com/office/drawing/2014/main" id="{4EE13B75-76FA-03C3-EFC0-658E75421BE6}"/>
                </a:ext>
              </a:extLst>
            </p:cNvPr>
            <p:cNvSpPr/>
            <p:nvPr/>
          </p:nvSpPr>
          <p:spPr>
            <a:xfrm>
              <a:off x="16327740" y="5686747"/>
              <a:ext cx="58999" cy="57753"/>
            </a:xfrm>
            <a:prstGeom prst="rect">
              <a:avLst/>
            </a:prstGeom>
            <a:solidFill>
              <a:srgbClr val="93D53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9" name="attn_heatmap_13_20">
              <a:extLst>
                <a:ext uri="{FF2B5EF4-FFF2-40B4-BE49-F238E27FC236}">
                  <a16:creationId xmlns:a16="http://schemas.microsoft.com/office/drawing/2014/main" id="{E6F3C4DF-60CE-98E8-8C06-684D92744237}"/>
                </a:ext>
              </a:extLst>
            </p:cNvPr>
            <p:cNvSpPr/>
            <p:nvPr/>
          </p:nvSpPr>
          <p:spPr>
            <a:xfrm>
              <a:off x="16386739" y="5686747"/>
              <a:ext cx="59000" cy="57753"/>
            </a:xfrm>
            <a:prstGeom prst="rect">
              <a:avLst/>
            </a:prstGeom>
            <a:solidFill>
              <a:srgbClr val="4FC06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0" name="attn_heatmap_13_21">
              <a:extLst>
                <a:ext uri="{FF2B5EF4-FFF2-40B4-BE49-F238E27FC236}">
                  <a16:creationId xmlns:a16="http://schemas.microsoft.com/office/drawing/2014/main" id="{8A2A5A51-4B58-438E-4151-CC1E724FD873}"/>
                </a:ext>
              </a:extLst>
            </p:cNvPr>
            <p:cNvSpPr/>
            <p:nvPr/>
          </p:nvSpPr>
          <p:spPr>
            <a:xfrm>
              <a:off x="16445739" y="5686747"/>
              <a:ext cx="58999" cy="57753"/>
            </a:xfrm>
            <a:prstGeom prst="rect">
              <a:avLst/>
            </a:prstGeom>
            <a:solidFill>
              <a:srgbClr val="CFDD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1" name="attn_heatmap_13_22">
              <a:extLst>
                <a:ext uri="{FF2B5EF4-FFF2-40B4-BE49-F238E27FC236}">
                  <a16:creationId xmlns:a16="http://schemas.microsoft.com/office/drawing/2014/main" id="{DA8A666E-848F-E58B-373E-54433CB40DB8}"/>
                </a:ext>
              </a:extLst>
            </p:cNvPr>
            <p:cNvSpPr/>
            <p:nvPr/>
          </p:nvSpPr>
          <p:spPr>
            <a:xfrm>
              <a:off x="16504737" y="5686747"/>
              <a:ext cx="58999" cy="57753"/>
            </a:xfrm>
            <a:prstGeom prst="rect">
              <a:avLst/>
            </a:prstGeom>
            <a:solidFill>
              <a:srgbClr val="CFDD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2" name="attn_heatmap_13_23">
              <a:extLst>
                <a:ext uri="{FF2B5EF4-FFF2-40B4-BE49-F238E27FC236}">
                  <a16:creationId xmlns:a16="http://schemas.microsoft.com/office/drawing/2014/main" id="{D077CB82-12B2-5E84-D4D3-CBA4C3F44EE4}"/>
                </a:ext>
              </a:extLst>
            </p:cNvPr>
            <p:cNvSpPr/>
            <p:nvPr/>
          </p:nvSpPr>
          <p:spPr>
            <a:xfrm>
              <a:off x="16563736" y="5686747"/>
              <a:ext cx="59000" cy="57753"/>
            </a:xfrm>
            <a:prstGeom prst="rect">
              <a:avLst/>
            </a:prstGeom>
            <a:solidFill>
              <a:srgbClr val="9ED3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3" name="attn_heatmap_14_0">
              <a:extLst>
                <a:ext uri="{FF2B5EF4-FFF2-40B4-BE49-F238E27FC236}">
                  <a16:creationId xmlns:a16="http://schemas.microsoft.com/office/drawing/2014/main" id="{EF1FC74B-3EC2-FE80-C963-543B1A163279}"/>
                </a:ext>
              </a:extLst>
            </p:cNvPr>
            <p:cNvSpPr/>
            <p:nvPr/>
          </p:nvSpPr>
          <p:spPr>
            <a:xfrm>
              <a:off x="15206762" y="5744499"/>
              <a:ext cx="58999" cy="57753"/>
            </a:xfrm>
            <a:prstGeom prst="rect">
              <a:avLst/>
            </a:prstGeom>
            <a:solidFill>
              <a:srgbClr val="E2E4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4" name="attn_heatmap_14_1">
              <a:extLst>
                <a:ext uri="{FF2B5EF4-FFF2-40B4-BE49-F238E27FC236}">
                  <a16:creationId xmlns:a16="http://schemas.microsoft.com/office/drawing/2014/main" id="{1BEEB610-C470-6CA4-90E4-E3F8D1E1BA4F}"/>
                </a:ext>
              </a:extLst>
            </p:cNvPr>
            <p:cNvSpPr/>
            <p:nvPr/>
          </p:nvSpPr>
          <p:spPr>
            <a:xfrm>
              <a:off x="15265760" y="5744499"/>
              <a:ext cx="58999" cy="57753"/>
            </a:xfrm>
            <a:prstGeom prst="rect">
              <a:avLst/>
            </a:prstGeom>
            <a:solidFill>
              <a:srgbClr val="A6D93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5" name="attn_heatmap_14_2">
              <a:extLst>
                <a:ext uri="{FF2B5EF4-FFF2-40B4-BE49-F238E27FC236}">
                  <a16:creationId xmlns:a16="http://schemas.microsoft.com/office/drawing/2014/main" id="{87F41939-9FAF-ADC7-9131-5EF295B30455}"/>
                </a:ext>
              </a:extLst>
            </p:cNvPr>
            <p:cNvSpPr/>
            <p:nvPr/>
          </p:nvSpPr>
          <p:spPr>
            <a:xfrm>
              <a:off x="15324759" y="5744499"/>
              <a:ext cx="59000" cy="57753"/>
            </a:xfrm>
            <a:prstGeom prst="rect">
              <a:avLst/>
            </a:prstGeom>
            <a:solidFill>
              <a:srgbClr val="B4DD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6" name="attn_heatmap_14_3">
              <a:extLst>
                <a:ext uri="{FF2B5EF4-FFF2-40B4-BE49-F238E27FC236}">
                  <a16:creationId xmlns:a16="http://schemas.microsoft.com/office/drawing/2014/main" id="{ADEEE245-B577-1932-C45B-4A808C250A4F}"/>
                </a:ext>
              </a:extLst>
            </p:cNvPr>
            <p:cNvSpPr/>
            <p:nvPr/>
          </p:nvSpPr>
          <p:spPr>
            <a:xfrm>
              <a:off x="15383759" y="5744499"/>
              <a:ext cx="58999" cy="57753"/>
            </a:xfrm>
            <a:prstGeom prst="rect">
              <a:avLst/>
            </a:prstGeom>
            <a:solidFill>
              <a:srgbClr val="C6E0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7" name="attn_heatmap_14_4">
              <a:extLst>
                <a:ext uri="{FF2B5EF4-FFF2-40B4-BE49-F238E27FC236}">
                  <a16:creationId xmlns:a16="http://schemas.microsoft.com/office/drawing/2014/main" id="{E573BE6F-BA0E-456D-3EC4-B6600C6DE6ED}"/>
                </a:ext>
              </a:extLst>
            </p:cNvPr>
            <p:cNvSpPr/>
            <p:nvPr/>
          </p:nvSpPr>
          <p:spPr>
            <a:xfrm>
              <a:off x="15442757" y="5744499"/>
              <a:ext cx="58999" cy="57753"/>
            </a:xfrm>
            <a:prstGeom prst="rect">
              <a:avLst/>
            </a:prstGeom>
            <a:solidFill>
              <a:srgbClr val="DCE3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8" name="attn_heatmap_14_5">
              <a:extLst>
                <a:ext uri="{FF2B5EF4-FFF2-40B4-BE49-F238E27FC236}">
                  <a16:creationId xmlns:a16="http://schemas.microsoft.com/office/drawing/2014/main" id="{A4148CF6-6E87-E66A-980E-475F9F05FAE8}"/>
                </a:ext>
              </a:extLst>
            </p:cNvPr>
            <p:cNvSpPr/>
            <p:nvPr/>
          </p:nvSpPr>
          <p:spPr>
            <a:xfrm>
              <a:off x="15501756" y="5744499"/>
              <a:ext cx="59000" cy="57753"/>
            </a:xfrm>
            <a:prstGeom prst="rect">
              <a:avLst/>
            </a:prstGeom>
            <a:solidFill>
              <a:srgbClr val="BEDD2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9" name="attn_heatmap_14_6">
              <a:extLst>
                <a:ext uri="{FF2B5EF4-FFF2-40B4-BE49-F238E27FC236}">
                  <a16:creationId xmlns:a16="http://schemas.microsoft.com/office/drawing/2014/main" id="{FFC2FB77-5DA0-A5BA-D886-B396B01AA1B0}"/>
                </a:ext>
              </a:extLst>
            </p:cNvPr>
            <p:cNvSpPr/>
            <p:nvPr/>
          </p:nvSpPr>
          <p:spPr>
            <a:xfrm>
              <a:off x="15560754" y="5744499"/>
              <a:ext cx="59000" cy="57753"/>
            </a:xfrm>
            <a:prstGeom prst="rect">
              <a:avLst/>
            </a:prstGeom>
            <a:solidFill>
              <a:srgbClr val="E1E1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0" name="attn_heatmap_14_7">
              <a:extLst>
                <a:ext uri="{FF2B5EF4-FFF2-40B4-BE49-F238E27FC236}">
                  <a16:creationId xmlns:a16="http://schemas.microsoft.com/office/drawing/2014/main" id="{F56756CF-FE07-2329-9F33-E7479D57EE5A}"/>
                </a:ext>
              </a:extLst>
            </p:cNvPr>
            <p:cNvSpPr/>
            <p:nvPr/>
          </p:nvSpPr>
          <p:spPr>
            <a:xfrm>
              <a:off x="15619754" y="5744499"/>
              <a:ext cx="58999" cy="57753"/>
            </a:xfrm>
            <a:prstGeom prst="rect">
              <a:avLst/>
            </a:prstGeom>
            <a:solidFill>
              <a:srgbClr val="F5E6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1" name="attn_heatmap_14_8">
              <a:extLst>
                <a:ext uri="{FF2B5EF4-FFF2-40B4-BE49-F238E27FC236}">
                  <a16:creationId xmlns:a16="http://schemas.microsoft.com/office/drawing/2014/main" id="{B444430F-7135-F516-3820-0B333B5211E2}"/>
                </a:ext>
              </a:extLst>
            </p:cNvPr>
            <p:cNvSpPr/>
            <p:nvPr/>
          </p:nvSpPr>
          <p:spPr>
            <a:xfrm>
              <a:off x="15678753" y="5744499"/>
              <a:ext cx="59000" cy="57753"/>
            </a:xfrm>
            <a:prstGeom prst="rect">
              <a:avLst/>
            </a:prstGeom>
            <a:solidFill>
              <a:srgbClr val="F3E5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2" name="attn_heatmap_14_9">
              <a:extLst>
                <a:ext uri="{FF2B5EF4-FFF2-40B4-BE49-F238E27FC236}">
                  <a16:creationId xmlns:a16="http://schemas.microsoft.com/office/drawing/2014/main" id="{696F512E-512A-3287-A2FF-31537D17B3DB}"/>
                </a:ext>
              </a:extLst>
            </p:cNvPr>
            <p:cNvSpPr/>
            <p:nvPr/>
          </p:nvSpPr>
          <p:spPr>
            <a:xfrm>
              <a:off x="15737751" y="5744499"/>
              <a:ext cx="59000" cy="57753"/>
            </a:xfrm>
            <a:prstGeom prst="rect">
              <a:avLst/>
            </a:prstGeom>
            <a:solidFill>
              <a:srgbClr val="EEE6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3" name="attn_heatmap_14_10">
              <a:extLst>
                <a:ext uri="{FF2B5EF4-FFF2-40B4-BE49-F238E27FC236}">
                  <a16:creationId xmlns:a16="http://schemas.microsoft.com/office/drawing/2014/main" id="{787161F0-1696-AB87-7BD9-F7B53B6A9D29}"/>
                </a:ext>
              </a:extLst>
            </p:cNvPr>
            <p:cNvSpPr/>
            <p:nvPr/>
          </p:nvSpPr>
          <p:spPr>
            <a:xfrm>
              <a:off x="15796751" y="5744499"/>
              <a:ext cx="58999" cy="57753"/>
            </a:xfrm>
            <a:prstGeom prst="rect">
              <a:avLst/>
            </a:prstGeom>
            <a:solidFill>
              <a:srgbClr val="D8DF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4" name="attn_heatmap_14_11">
              <a:extLst>
                <a:ext uri="{FF2B5EF4-FFF2-40B4-BE49-F238E27FC236}">
                  <a16:creationId xmlns:a16="http://schemas.microsoft.com/office/drawing/2014/main" id="{1DB1B2A6-246F-1291-92FE-49CD8A186846}"/>
                </a:ext>
              </a:extLst>
            </p:cNvPr>
            <p:cNvSpPr/>
            <p:nvPr/>
          </p:nvSpPr>
          <p:spPr>
            <a:xfrm>
              <a:off x="15855748" y="5744499"/>
              <a:ext cx="59000" cy="57753"/>
            </a:xfrm>
            <a:prstGeom prst="rect">
              <a:avLst/>
            </a:prstGeom>
            <a:solidFill>
              <a:srgbClr val="F6E5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5" name="attn_heatmap_14_12">
              <a:extLst>
                <a:ext uri="{FF2B5EF4-FFF2-40B4-BE49-F238E27FC236}">
                  <a16:creationId xmlns:a16="http://schemas.microsoft.com/office/drawing/2014/main" id="{8C463972-5005-0923-105E-53699643DD33}"/>
                </a:ext>
              </a:extLst>
            </p:cNvPr>
            <p:cNvSpPr/>
            <p:nvPr/>
          </p:nvSpPr>
          <p:spPr>
            <a:xfrm>
              <a:off x="15914748" y="5744499"/>
              <a:ext cx="58999" cy="57753"/>
            </a:xfrm>
            <a:prstGeom prst="rect">
              <a:avLst/>
            </a:prstGeom>
            <a:solidFill>
              <a:srgbClr val="ECE3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6" name="attn_heatmap_14_13">
              <a:extLst>
                <a:ext uri="{FF2B5EF4-FFF2-40B4-BE49-F238E27FC236}">
                  <a16:creationId xmlns:a16="http://schemas.microsoft.com/office/drawing/2014/main" id="{88804458-2AEF-EAFA-8B57-7D1783C1A8D9}"/>
                </a:ext>
              </a:extLst>
            </p:cNvPr>
            <p:cNvSpPr/>
            <p:nvPr/>
          </p:nvSpPr>
          <p:spPr>
            <a:xfrm>
              <a:off x="15973747" y="5744499"/>
              <a:ext cx="59000" cy="57753"/>
            </a:xfrm>
            <a:prstGeom prst="rect">
              <a:avLst/>
            </a:prstGeom>
            <a:solidFill>
              <a:srgbClr val="C9DC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7" name="attn_heatmap_14_14">
              <a:extLst>
                <a:ext uri="{FF2B5EF4-FFF2-40B4-BE49-F238E27FC236}">
                  <a16:creationId xmlns:a16="http://schemas.microsoft.com/office/drawing/2014/main" id="{B5FA2D90-7B4C-22F4-55F6-8263A86760E7}"/>
                </a:ext>
              </a:extLst>
            </p:cNvPr>
            <p:cNvSpPr/>
            <p:nvPr/>
          </p:nvSpPr>
          <p:spPr>
            <a:xfrm>
              <a:off x="16032745" y="5744499"/>
              <a:ext cx="59000" cy="57753"/>
            </a:xfrm>
            <a:prstGeom prst="rect">
              <a:avLst/>
            </a:prstGeom>
            <a:solidFill>
              <a:srgbClr val="F1E5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8" name="attn_heatmap_14_15">
              <a:extLst>
                <a:ext uri="{FF2B5EF4-FFF2-40B4-BE49-F238E27FC236}">
                  <a16:creationId xmlns:a16="http://schemas.microsoft.com/office/drawing/2014/main" id="{3E5DAE5A-3A44-955E-5CB8-6EE62F0B401F}"/>
                </a:ext>
              </a:extLst>
            </p:cNvPr>
            <p:cNvSpPr/>
            <p:nvPr/>
          </p:nvSpPr>
          <p:spPr>
            <a:xfrm>
              <a:off x="16091745" y="5744499"/>
              <a:ext cx="58999" cy="57753"/>
            </a:xfrm>
            <a:prstGeom prst="rect">
              <a:avLst/>
            </a:prstGeom>
            <a:solidFill>
              <a:srgbClr val="DAE3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9" name="attn_heatmap_14_16">
              <a:extLst>
                <a:ext uri="{FF2B5EF4-FFF2-40B4-BE49-F238E27FC236}">
                  <a16:creationId xmlns:a16="http://schemas.microsoft.com/office/drawing/2014/main" id="{28CB4E00-7C8C-EF12-FCA2-135D7E3F8342}"/>
                </a:ext>
              </a:extLst>
            </p:cNvPr>
            <p:cNvSpPr/>
            <p:nvPr/>
          </p:nvSpPr>
          <p:spPr>
            <a:xfrm>
              <a:off x="16150744" y="5744499"/>
              <a:ext cx="59000" cy="57753"/>
            </a:xfrm>
            <a:prstGeom prst="rect">
              <a:avLst/>
            </a:prstGeom>
            <a:solidFill>
              <a:srgbClr val="E6E2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0" name="attn_heatmap_14_17">
              <a:extLst>
                <a:ext uri="{FF2B5EF4-FFF2-40B4-BE49-F238E27FC236}">
                  <a16:creationId xmlns:a16="http://schemas.microsoft.com/office/drawing/2014/main" id="{684A867A-0A92-9F61-878B-24626409BA1E}"/>
                </a:ext>
              </a:extLst>
            </p:cNvPr>
            <p:cNvSpPr/>
            <p:nvPr/>
          </p:nvSpPr>
          <p:spPr>
            <a:xfrm>
              <a:off x="16209742" y="5744499"/>
              <a:ext cx="59000" cy="57753"/>
            </a:xfrm>
            <a:prstGeom prst="rect">
              <a:avLst/>
            </a:prstGeom>
            <a:solidFill>
              <a:srgbClr val="EBE2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1" name="attn_heatmap_14_18">
              <a:extLst>
                <a:ext uri="{FF2B5EF4-FFF2-40B4-BE49-F238E27FC236}">
                  <a16:creationId xmlns:a16="http://schemas.microsoft.com/office/drawing/2014/main" id="{FB6237C8-CE61-EFC0-998B-5E742F5B332A}"/>
                </a:ext>
              </a:extLst>
            </p:cNvPr>
            <p:cNvSpPr/>
            <p:nvPr/>
          </p:nvSpPr>
          <p:spPr>
            <a:xfrm>
              <a:off x="16268742" y="5744499"/>
              <a:ext cx="58999" cy="57753"/>
            </a:xfrm>
            <a:prstGeom prst="rect">
              <a:avLst/>
            </a:prstGeom>
            <a:solidFill>
              <a:srgbClr val="9FD9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2" name="attn_heatmap_14_19">
              <a:extLst>
                <a:ext uri="{FF2B5EF4-FFF2-40B4-BE49-F238E27FC236}">
                  <a16:creationId xmlns:a16="http://schemas.microsoft.com/office/drawing/2014/main" id="{2E66D7CE-909E-3C47-CCD1-7FABCDC5DAC8}"/>
                </a:ext>
              </a:extLst>
            </p:cNvPr>
            <p:cNvSpPr/>
            <p:nvPr/>
          </p:nvSpPr>
          <p:spPr>
            <a:xfrm>
              <a:off x="16327740" y="5744499"/>
              <a:ext cx="58999" cy="57753"/>
            </a:xfrm>
            <a:prstGeom prst="rect">
              <a:avLst/>
            </a:prstGeom>
            <a:solidFill>
              <a:srgbClr val="EEE5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3" name="attn_heatmap_14_20">
              <a:extLst>
                <a:ext uri="{FF2B5EF4-FFF2-40B4-BE49-F238E27FC236}">
                  <a16:creationId xmlns:a16="http://schemas.microsoft.com/office/drawing/2014/main" id="{6FF5FC05-BE8F-0EB4-86F1-66D92B7CB8CC}"/>
                </a:ext>
              </a:extLst>
            </p:cNvPr>
            <p:cNvSpPr/>
            <p:nvPr/>
          </p:nvSpPr>
          <p:spPr>
            <a:xfrm>
              <a:off x="16386739" y="5744499"/>
              <a:ext cx="59000" cy="57753"/>
            </a:xfrm>
            <a:prstGeom prst="rect">
              <a:avLst/>
            </a:prstGeom>
            <a:solidFill>
              <a:srgbClr val="76CE4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4" name="attn_heatmap_14_21">
              <a:extLst>
                <a:ext uri="{FF2B5EF4-FFF2-40B4-BE49-F238E27FC236}">
                  <a16:creationId xmlns:a16="http://schemas.microsoft.com/office/drawing/2014/main" id="{67308CBE-4239-97EA-320C-F7FE87D29B37}"/>
                </a:ext>
              </a:extLst>
            </p:cNvPr>
            <p:cNvSpPr/>
            <p:nvPr/>
          </p:nvSpPr>
          <p:spPr>
            <a:xfrm>
              <a:off x="16445739" y="5744499"/>
              <a:ext cx="58999" cy="57753"/>
            </a:xfrm>
            <a:prstGeom prst="rect">
              <a:avLst/>
            </a:prstGeom>
            <a:solidFill>
              <a:srgbClr val="F4E7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5" name="attn_heatmap_14_22">
              <a:extLst>
                <a:ext uri="{FF2B5EF4-FFF2-40B4-BE49-F238E27FC236}">
                  <a16:creationId xmlns:a16="http://schemas.microsoft.com/office/drawing/2014/main" id="{BC44CF7F-7E1A-8736-F903-185A2A9272F4}"/>
                </a:ext>
              </a:extLst>
            </p:cNvPr>
            <p:cNvSpPr/>
            <p:nvPr/>
          </p:nvSpPr>
          <p:spPr>
            <a:xfrm>
              <a:off x="16504737" y="5744499"/>
              <a:ext cx="58999" cy="57753"/>
            </a:xfrm>
            <a:prstGeom prst="rect">
              <a:avLst/>
            </a:prstGeom>
            <a:solidFill>
              <a:srgbClr val="E6E3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6" name="attn_heatmap_14_23">
              <a:extLst>
                <a:ext uri="{FF2B5EF4-FFF2-40B4-BE49-F238E27FC236}">
                  <a16:creationId xmlns:a16="http://schemas.microsoft.com/office/drawing/2014/main" id="{77BA5512-3FE9-191C-2BA7-4BEAE6B1AF1E}"/>
                </a:ext>
              </a:extLst>
            </p:cNvPr>
            <p:cNvSpPr/>
            <p:nvPr/>
          </p:nvSpPr>
          <p:spPr>
            <a:xfrm>
              <a:off x="16563736" y="5744499"/>
              <a:ext cx="59000" cy="57753"/>
            </a:xfrm>
            <a:prstGeom prst="rect">
              <a:avLst/>
            </a:prstGeom>
            <a:solidFill>
              <a:srgbClr val="D7E4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7" name="attn_heatmap_15_0">
              <a:extLst>
                <a:ext uri="{FF2B5EF4-FFF2-40B4-BE49-F238E27FC236}">
                  <a16:creationId xmlns:a16="http://schemas.microsoft.com/office/drawing/2014/main" id="{B102D624-722A-D8B7-C6CA-5C023C52F9F9}"/>
                </a:ext>
              </a:extLst>
            </p:cNvPr>
            <p:cNvSpPr/>
            <p:nvPr/>
          </p:nvSpPr>
          <p:spPr>
            <a:xfrm>
              <a:off x="15206762" y="5802252"/>
              <a:ext cx="58999" cy="57753"/>
            </a:xfrm>
            <a:prstGeom prst="rect">
              <a:avLst/>
            </a:prstGeom>
            <a:solidFill>
              <a:srgbClr val="C5E23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8" name="attn_heatmap_15_1">
              <a:extLst>
                <a:ext uri="{FF2B5EF4-FFF2-40B4-BE49-F238E27FC236}">
                  <a16:creationId xmlns:a16="http://schemas.microsoft.com/office/drawing/2014/main" id="{73FCE7F3-EBF4-3859-68F3-27B3E69D1FAC}"/>
                </a:ext>
              </a:extLst>
            </p:cNvPr>
            <p:cNvSpPr/>
            <p:nvPr/>
          </p:nvSpPr>
          <p:spPr>
            <a:xfrm>
              <a:off x="15265760" y="5802252"/>
              <a:ext cx="58999" cy="57753"/>
            </a:xfrm>
            <a:prstGeom prst="rect">
              <a:avLst/>
            </a:prstGeom>
            <a:solidFill>
              <a:srgbClr val="B5DA3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9" name="attn_heatmap_15_2">
              <a:extLst>
                <a:ext uri="{FF2B5EF4-FFF2-40B4-BE49-F238E27FC236}">
                  <a16:creationId xmlns:a16="http://schemas.microsoft.com/office/drawing/2014/main" id="{B402615E-CDF6-CAA2-3DF8-D32F66F4E250}"/>
                </a:ext>
              </a:extLst>
            </p:cNvPr>
            <p:cNvSpPr/>
            <p:nvPr/>
          </p:nvSpPr>
          <p:spPr>
            <a:xfrm>
              <a:off x="15324759" y="5802252"/>
              <a:ext cx="59000" cy="57753"/>
            </a:xfrm>
            <a:prstGeom prst="rect">
              <a:avLst/>
            </a:prstGeom>
            <a:solidFill>
              <a:srgbClr val="C0E1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0" name="attn_heatmap_15_3">
              <a:extLst>
                <a:ext uri="{FF2B5EF4-FFF2-40B4-BE49-F238E27FC236}">
                  <a16:creationId xmlns:a16="http://schemas.microsoft.com/office/drawing/2014/main" id="{BD85F662-509D-AA94-7E3C-22585DB14907}"/>
                </a:ext>
              </a:extLst>
            </p:cNvPr>
            <p:cNvSpPr/>
            <p:nvPr/>
          </p:nvSpPr>
          <p:spPr>
            <a:xfrm>
              <a:off x="15383759" y="5802252"/>
              <a:ext cx="58999" cy="57753"/>
            </a:xfrm>
            <a:prstGeom prst="rect">
              <a:avLst/>
            </a:prstGeom>
            <a:solidFill>
              <a:srgbClr val="C7E3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1" name="attn_heatmap_15_4">
              <a:extLst>
                <a:ext uri="{FF2B5EF4-FFF2-40B4-BE49-F238E27FC236}">
                  <a16:creationId xmlns:a16="http://schemas.microsoft.com/office/drawing/2014/main" id="{F0419A6A-475B-B85F-9458-2158190B6D46}"/>
                </a:ext>
              </a:extLst>
            </p:cNvPr>
            <p:cNvSpPr/>
            <p:nvPr/>
          </p:nvSpPr>
          <p:spPr>
            <a:xfrm>
              <a:off x="15442757" y="5802252"/>
              <a:ext cx="58999" cy="57753"/>
            </a:xfrm>
            <a:prstGeom prst="rect">
              <a:avLst/>
            </a:prstGeom>
            <a:solidFill>
              <a:srgbClr val="BBDE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2" name="attn_heatmap_15_5">
              <a:extLst>
                <a:ext uri="{FF2B5EF4-FFF2-40B4-BE49-F238E27FC236}">
                  <a16:creationId xmlns:a16="http://schemas.microsoft.com/office/drawing/2014/main" id="{BEAEFFE0-30CD-FFD6-AF97-D7F70E197451}"/>
                </a:ext>
              </a:extLst>
            </p:cNvPr>
            <p:cNvSpPr/>
            <p:nvPr/>
          </p:nvSpPr>
          <p:spPr>
            <a:xfrm>
              <a:off x="15501756" y="5802252"/>
              <a:ext cx="59000" cy="57753"/>
            </a:xfrm>
            <a:prstGeom prst="rect">
              <a:avLst/>
            </a:prstGeom>
            <a:solidFill>
              <a:srgbClr val="9FD63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3" name="attn_heatmap_15_6">
              <a:extLst>
                <a:ext uri="{FF2B5EF4-FFF2-40B4-BE49-F238E27FC236}">
                  <a16:creationId xmlns:a16="http://schemas.microsoft.com/office/drawing/2014/main" id="{BE8BA584-FEAC-1EC4-E51B-A801DADA2D68}"/>
                </a:ext>
              </a:extLst>
            </p:cNvPr>
            <p:cNvSpPr/>
            <p:nvPr/>
          </p:nvSpPr>
          <p:spPr>
            <a:xfrm>
              <a:off x="15560754" y="5802252"/>
              <a:ext cx="59000" cy="57753"/>
            </a:xfrm>
            <a:prstGeom prst="rect">
              <a:avLst/>
            </a:prstGeom>
            <a:solidFill>
              <a:srgbClr val="C7E0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4" name="attn_heatmap_15_7">
              <a:extLst>
                <a:ext uri="{FF2B5EF4-FFF2-40B4-BE49-F238E27FC236}">
                  <a16:creationId xmlns:a16="http://schemas.microsoft.com/office/drawing/2014/main" id="{B127FE64-BE78-2BD3-3215-FB46063DDA9C}"/>
                </a:ext>
              </a:extLst>
            </p:cNvPr>
            <p:cNvSpPr/>
            <p:nvPr/>
          </p:nvSpPr>
          <p:spPr>
            <a:xfrm>
              <a:off x="15619754" y="5802252"/>
              <a:ext cx="58999" cy="57753"/>
            </a:xfrm>
            <a:prstGeom prst="rect">
              <a:avLst/>
            </a:prstGeom>
            <a:solidFill>
              <a:srgbClr val="DCE5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5" name="attn_heatmap_15_8">
              <a:extLst>
                <a:ext uri="{FF2B5EF4-FFF2-40B4-BE49-F238E27FC236}">
                  <a16:creationId xmlns:a16="http://schemas.microsoft.com/office/drawing/2014/main" id="{01E114AB-69B4-31EE-10FB-B52EE90369A3}"/>
                </a:ext>
              </a:extLst>
            </p:cNvPr>
            <p:cNvSpPr/>
            <p:nvPr/>
          </p:nvSpPr>
          <p:spPr>
            <a:xfrm>
              <a:off x="15678753" y="5802252"/>
              <a:ext cx="59000" cy="57753"/>
            </a:xfrm>
            <a:prstGeom prst="rect">
              <a:avLst/>
            </a:prstGeom>
            <a:solidFill>
              <a:srgbClr val="D1CF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6" name="attn_heatmap_15_9">
              <a:extLst>
                <a:ext uri="{FF2B5EF4-FFF2-40B4-BE49-F238E27FC236}">
                  <a16:creationId xmlns:a16="http://schemas.microsoft.com/office/drawing/2014/main" id="{8D2D9A85-5EB4-376F-38D3-5A3A73C043EE}"/>
                </a:ext>
              </a:extLst>
            </p:cNvPr>
            <p:cNvSpPr/>
            <p:nvPr/>
          </p:nvSpPr>
          <p:spPr>
            <a:xfrm>
              <a:off x="15737751" y="5802252"/>
              <a:ext cx="59000" cy="57753"/>
            </a:xfrm>
            <a:prstGeom prst="rect">
              <a:avLst/>
            </a:prstGeom>
            <a:solidFill>
              <a:srgbClr val="DEE3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7" name="attn_heatmap_15_10">
              <a:extLst>
                <a:ext uri="{FF2B5EF4-FFF2-40B4-BE49-F238E27FC236}">
                  <a16:creationId xmlns:a16="http://schemas.microsoft.com/office/drawing/2014/main" id="{58D9BC0F-F887-9BE7-031A-A236E44A4BB2}"/>
                </a:ext>
              </a:extLst>
            </p:cNvPr>
            <p:cNvSpPr/>
            <p:nvPr/>
          </p:nvSpPr>
          <p:spPr>
            <a:xfrm>
              <a:off x="15796751" y="5802252"/>
              <a:ext cx="58999" cy="57753"/>
            </a:xfrm>
            <a:prstGeom prst="rect">
              <a:avLst/>
            </a:prstGeom>
            <a:solidFill>
              <a:srgbClr val="D6E3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8" name="attn_heatmap_15_11">
              <a:extLst>
                <a:ext uri="{FF2B5EF4-FFF2-40B4-BE49-F238E27FC236}">
                  <a16:creationId xmlns:a16="http://schemas.microsoft.com/office/drawing/2014/main" id="{458F443F-A271-E4B1-A4B3-89C5807E8EE4}"/>
                </a:ext>
              </a:extLst>
            </p:cNvPr>
            <p:cNvSpPr/>
            <p:nvPr/>
          </p:nvSpPr>
          <p:spPr>
            <a:xfrm>
              <a:off x="15855748" y="5802252"/>
              <a:ext cx="59000" cy="57753"/>
            </a:xfrm>
            <a:prstGeom prst="rect">
              <a:avLst/>
            </a:prstGeom>
            <a:solidFill>
              <a:srgbClr val="E2E2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9" name="attn_heatmap_15_12">
              <a:extLst>
                <a:ext uri="{FF2B5EF4-FFF2-40B4-BE49-F238E27FC236}">
                  <a16:creationId xmlns:a16="http://schemas.microsoft.com/office/drawing/2014/main" id="{0E18B015-75AE-02C7-B8E4-86075977D09F}"/>
                </a:ext>
              </a:extLst>
            </p:cNvPr>
            <p:cNvSpPr/>
            <p:nvPr/>
          </p:nvSpPr>
          <p:spPr>
            <a:xfrm>
              <a:off x="15914748" y="5802252"/>
              <a:ext cx="58999" cy="57753"/>
            </a:xfrm>
            <a:prstGeom prst="rect">
              <a:avLst/>
            </a:prstGeom>
            <a:solidFill>
              <a:srgbClr val="D3E2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0" name="attn_heatmap_15_13">
              <a:extLst>
                <a:ext uri="{FF2B5EF4-FFF2-40B4-BE49-F238E27FC236}">
                  <a16:creationId xmlns:a16="http://schemas.microsoft.com/office/drawing/2014/main" id="{A15EC001-ABA0-E977-B950-83E3BDF39FC2}"/>
                </a:ext>
              </a:extLst>
            </p:cNvPr>
            <p:cNvSpPr/>
            <p:nvPr/>
          </p:nvSpPr>
          <p:spPr>
            <a:xfrm>
              <a:off x="15973747" y="5802252"/>
              <a:ext cx="59000" cy="57753"/>
            </a:xfrm>
            <a:prstGeom prst="rect">
              <a:avLst/>
            </a:prstGeom>
            <a:solidFill>
              <a:srgbClr val="B9DD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1" name="attn_heatmap_15_14">
              <a:extLst>
                <a:ext uri="{FF2B5EF4-FFF2-40B4-BE49-F238E27FC236}">
                  <a16:creationId xmlns:a16="http://schemas.microsoft.com/office/drawing/2014/main" id="{3ABA3F00-96A3-0504-51CB-5347E25EC610}"/>
                </a:ext>
              </a:extLst>
            </p:cNvPr>
            <p:cNvSpPr/>
            <p:nvPr/>
          </p:nvSpPr>
          <p:spPr>
            <a:xfrm>
              <a:off x="16032745" y="5802252"/>
              <a:ext cx="59000" cy="57753"/>
            </a:xfrm>
            <a:prstGeom prst="rect">
              <a:avLst/>
            </a:prstGeom>
            <a:solidFill>
              <a:srgbClr val="D5E0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2" name="attn_heatmap_15_15">
              <a:extLst>
                <a:ext uri="{FF2B5EF4-FFF2-40B4-BE49-F238E27FC236}">
                  <a16:creationId xmlns:a16="http://schemas.microsoft.com/office/drawing/2014/main" id="{EDD750BE-0114-5183-9EE9-C99AA3FA1D7A}"/>
                </a:ext>
              </a:extLst>
            </p:cNvPr>
            <p:cNvSpPr/>
            <p:nvPr/>
          </p:nvSpPr>
          <p:spPr>
            <a:xfrm>
              <a:off x="16091745" y="5802252"/>
              <a:ext cx="58999" cy="57753"/>
            </a:xfrm>
            <a:prstGeom prst="rect">
              <a:avLst/>
            </a:prstGeom>
            <a:solidFill>
              <a:srgbClr val="EBE7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3" name="attn_heatmap_15_16">
              <a:extLst>
                <a:ext uri="{FF2B5EF4-FFF2-40B4-BE49-F238E27FC236}">
                  <a16:creationId xmlns:a16="http://schemas.microsoft.com/office/drawing/2014/main" id="{2C5B8B1A-5452-D378-4D58-AC3B6E85EC7F}"/>
                </a:ext>
              </a:extLst>
            </p:cNvPr>
            <p:cNvSpPr/>
            <p:nvPr/>
          </p:nvSpPr>
          <p:spPr>
            <a:xfrm>
              <a:off x="16150744" y="5802252"/>
              <a:ext cx="59000" cy="57753"/>
            </a:xfrm>
            <a:prstGeom prst="rect">
              <a:avLst/>
            </a:prstGeom>
            <a:solidFill>
              <a:srgbClr val="BFDA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4" name="attn_heatmap_15_17">
              <a:extLst>
                <a:ext uri="{FF2B5EF4-FFF2-40B4-BE49-F238E27FC236}">
                  <a16:creationId xmlns:a16="http://schemas.microsoft.com/office/drawing/2014/main" id="{3CAE9FAA-11E5-6BEB-6EB6-73DE0400C2EA}"/>
                </a:ext>
              </a:extLst>
            </p:cNvPr>
            <p:cNvSpPr/>
            <p:nvPr/>
          </p:nvSpPr>
          <p:spPr>
            <a:xfrm>
              <a:off x="16209742" y="5802252"/>
              <a:ext cx="59000" cy="57753"/>
            </a:xfrm>
            <a:prstGeom prst="rect">
              <a:avLst/>
            </a:prstGeom>
            <a:solidFill>
              <a:srgbClr val="C8E0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5" name="attn_heatmap_15_18">
              <a:extLst>
                <a:ext uri="{FF2B5EF4-FFF2-40B4-BE49-F238E27FC236}">
                  <a16:creationId xmlns:a16="http://schemas.microsoft.com/office/drawing/2014/main" id="{8694BFBA-8A0E-08B4-9EE1-AE0BA79A9871}"/>
                </a:ext>
              </a:extLst>
            </p:cNvPr>
            <p:cNvSpPr/>
            <p:nvPr/>
          </p:nvSpPr>
          <p:spPr>
            <a:xfrm>
              <a:off x="16268742" y="5802252"/>
              <a:ext cx="58999" cy="57753"/>
            </a:xfrm>
            <a:prstGeom prst="rect">
              <a:avLst/>
            </a:prstGeom>
            <a:solidFill>
              <a:srgbClr val="A2DB3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6" name="attn_heatmap_15_19">
              <a:extLst>
                <a:ext uri="{FF2B5EF4-FFF2-40B4-BE49-F238E27FC236}">
                  <a16:creationId xmlns:a16="http://schemas.microsoft.com/office/drawing/2014/main" id="{7CBE4CC6-A62D-62A9-9287-A764D0298C92}"/>
                </a:ext>
              </a:extLst>
            </p:cNvPr>
            <p:cNvSpPr/>
            <p:nvPr/>
          </p:nvSpPr>
          <p:spPr>
            <a:xfrm>
              <a:off x="16327740" y="5802252"/>
              <a:ext cx="58999" cy="57753"/>
            </a:xfrm>
            <a:prstGeom prst="rect">
              <a:avLst/>
            </a:prstGeom>
            <a:solidFill>
              <a:srgbClr val="D8E3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7" name="attn_heatmap_15_20">
              <a:extLst>
                <a:ext uri="{FF2B5EF4-FFF2-40B4-BE49-F238E27FC236}">
                  <a16:creationId xmlns:a16="http://schemas.microsoft.com/office/drawing/2014/main" id="{320115F6-45AB-8EAD-23BD-FD27028DC0DC}"/>
                </a:ext>
              </a:extLst>
            </p:cNvPr>
            <p:cNvSpPr/>
            <p:nvPr/>
          </p:nvSpPr>
          <p:spPr>
            <a:xfrm>
              <a:off x="16386739" y="5802252"/>
              <a:ext cx="59000" cy="57753"/>
            </a:xfrm>
            <a:prstGeom prst="rect">
              <a:avLst/>
            </a:prstGeom>
            <a:solidFill>
              <a:srgbClr val="6ECA5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8" name="attn_heatmap_15_21">
              <a:extLst>
                <a:ext uri="{FF2B5EF4-FFF2-40B4-BE49-F238E27FC236}">
                  <a16:creationId xmlns:a16="http://schemas.microsoft.com/office/drawing/2014/main" id="{945C4E93-148C-B42F-24FB-F16514AB4941}"/>
                </a:ext>
              </a:extLst>
            </p:cNvPr>
            <p:cNvSpPr/>
            <p:nvPr/>
          </p:nvSpPr>
          <p:spPr>
            <a:xfrm>
              <a:off x="16445739" y="5802252"/>
              <a:ext cx="58999" cy="57753"/>
            </a:xfrm>
            <a:prstGeom prst="rect">
              <a:avLst/>
            </a:prstGeom>
            <a:solidFill>
              <a:srgbClr val="E2E4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9" name="attn_heatmap_15_22">
              <a:extLst>
                <a:ext uri="{FF2B5EF4-FFF2-40B4-BE49-F238E27FC236}">
                  <a16:creationId xmlns:a16="http://schemas.microsoft.com/office/drawing/2014/main" id="{BC28F49D-BE25-FB60-48A5-35DEC8667AD2}"/>
                </a:ext>
              </a:extLst>
            </p:cNvPr>
            <p:cNvSpPr/>
            <p:nvPr/>
          </p:nvSpPr>
          <p:spPr>
            <a:xfrm>
              <a:off x="16504737" y="5802252"/>
              <a:ext cx="58999" cy="57753"/>
            </a:xfrm>
            <a:prstGeom prst="rect">
              <a:avLst/>
            </a:prstGeom>
            <a:solidFill>
              <a:srgbClr val="D1DD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0" name="attn_heatmap_15_23">
              <a:extLst>
                <a:ext uri="{FF2B5EF4-FFF2-40B4-BE49-F238E27FC236}">
                  <a16:creationId xmlns:a16="http://schemas.microsoft.com/office/drawing/2014/main" id="{37496C1D-2B29-7887-2BC3-E21613EFCB27}"/>
                </a:ext>
              </a:extLst>
            </p:cNvPr>
            <p:cNvSpPr/>
            <p:nvPr/>
          </p:nvSpPr>
          <p:spPr>
            <a:xfrm>
              <a:off x="16563736" y="5802252"/>
              <a:ext cx="59000" cy="57753"/>
            </a:xfrm>
            <a:prstGeom prst="rect">
              <a:avLst/>
            </a:prstGeom>
            <a:solidFill>
              <a:srgbClr val="BDE33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1" name="attn_heatmap_16_0">
              <a:extLst>
                <a:ext uri="{FF2B5EF4-FFF2-40B4-BE49-F238E27FC236}">
                  <a16:creationId xmlns:a16="http://schemas.microsoft.com/office/drawing/2014/main" id="{AB3FB4C7-993A-9357-CBB5-BFFFC1CCF551}"/>
                </a:ext>
              </a:extLst>
            </p:cNvPr>
            <p:cNvSpPr/>
            <p:nvPr/>
          </p:nvSpPr>
          <p:spPr>
            <a:xfrm>
              <a:off x="15206762" y="5860004"/>
              <a:ext cx="58999" cy="57753"/>
            </a:xfrm>
            <a:prstGeom prst="rect">
              <a:avLst/>
            </a:prstGeom>
            <a:solidFill>
              <a:srgbClr val="D3E0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2" name="attn_heatmap_16_1">
              <a:extLst>
                <a:ext uri="{FF2B5EF4-FFF2-40B4-BE49-F238E27FC236}">
                  <a16:creationId xmlns:a16="http://schemas.microsoft.com/office/drawing/2014/main" id="{2E28314A-2D18-DF2C-9CA7-291D13789125}"/>
                </a:ext>
              </a:extLst>
            </p:cNvPr>
            <p:cNvSpPr/>
            <p:nvPr/>
          </p:nvSpPr>
          <p:spPr>
            <a:xfrm>
              <a:off x="15265760" y="5860004"/>
              <a:ext cx="58999" cy="57753"/>
            </a:xfrm>
            <a:prstGeom prst="rect">
              <a:avLst/>
            </a:prstGeom>
            <a:solidFill>
              <a:srgbClr val="8CD04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3" name="attn_heatmap_16_2">
              <a:extLst>
                <a:ext uri="{FF2B5EF4-FFF2-40B4-BE49-F238E27FC236}">
                  <a16:creationId xmlns:a16="http://schemas.microsoft.com/office/drawing/2014/main" id="{E6F146AF-F8F4-02FE-0643-E68FC955C2BC}"/>
                </a:ext>
              </a:extLst>
            </p:cNvPr>
            <p:cNvSpPr/>
            <p:nvPr/>
          </p:nvSpPr>
          <p:spPr>
            <a:xfrm>
              <a:off x="15324759" y="5860004"/>
              <a:ext cx="59000" cy="57753"/>
            </a:xfrm>
            <a:prstGeom prst="rect">
              <a:avLst/>
            </a:prstGeom>
            <a:solidFill>
              <a:srgbClr val="98D53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4" name="attn_heatmap_16_3">
              <a:extLst>
                <a:ext uri="{FF2B5EF4-FFF2-40B4-BE49-F238E27FC236}">
                  <a16:creationId xmlns:a16="http://schemas.microsoft.com/office/drawing/2014/main" id="{621D1919-4D5A-6AAB-92B2-CC49303A713B}"/>
                </a:ext>
              </a:extLst>
            </p:cNvPr>
            <p:cNvSpPr/>
            <p:nvPr/>
          </p:nvSpPr>
          <p:spPr>
            <a:xfrm>
              <a:off x="15383759" y="5860004"/>
              <a:ext cx="58999" cy="57753"/>
            </a:xfrm>
            <a:prstGeom prst="rect">
              <a:avLst/>
            </a:prstGeom>
            <a:solidFill>
              <a:srgbClr val="ABD9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5" name="attn_heatmap_16_4">
              <a:extLst>
                <a:ext uri="{FF2B5EF4-FFF2-40B4-BE49-F238E27FC236}">
                  <a16:creationId xmlns:a16="http://schemas.microsoft.com/office/drawing/2014/main" id="{559B9721-8D3D-40BF-5DB5-A1B25A77DE97}"/>
                </a:ext>
              </a:extLst>
            </p:cNvPr>
            <p:cNvSpPr/>
            <p:nvPr/>
          </p:nvSpPr>
          <p:spPr>
            <a:xfrm>
              <a:off x="15442757" y="5860004"/>
              <a:ext cx="58999" cy="57753"/>
            </a:xfrm>
            <a:prstGeom prst="rect">
              <a:avLst/>
            </a:prstGeom>
            <a:solidFill>
              <a:srgbClr val="CAE0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6" name="attn_heatmap_16_5">
              <a:extLst>
                <a:ext uri="{FF2B5EF4-FFF2-40B4-BE49-F238E27FC236}">
                  <a16:creationId xmlns:a16="http://schemas.microsoft.com/office/drawing/2014/main" id="{6BBDE689-3B49-CCA3-00EE-CFA09FE12E28}"/>
                </a:ext>
              </a:extLst>
            </p:cNvPr>
            <p:cNvSpPr/>
            <p:nvPr/>
          </p:nvSpPr>
          <p:spPr>
            <a:xfrm>
              <a:off x="15501756" y="5860004"/>
              <a:ext cx="59000" cy="57753"/>
            </a:xfrm>
            <a:prstGeom prst="rect">
              <a:avLst/>
            </a:prstGeom>
            <a:solidFill>
              <a:srgbClr val="ACD92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7" name="attn_heatmap_16_6">
              <a:extLst>
                <a:ext uri="{FF2B5EF4-FFF2-40B4-BE49-F238E27FC236}">
                  <a16:creationId xmlns:a16="http://schemas.microsoft.com/office/drawing/2014/main" id="{328D9E57-3504-794C-E6D5-3523D2F0DDFD}"/>
                </a:ext>
              </a:extLst>
            </p:cNvPr>
            <p:cNvSpPr/>
            <p:nvPr/>
          </p:nvSpPr>
          <p:spPr>
            <a:xfrm>
              <a:off x="15560754" y="5860004"/>
              <a:ext cx="59000" cy="57753"/>
            </a:xfrm>
            <a:prstGeom prst="rect">
              <a:avLst/>
            </a:prstGeom>
            <a:solidFill>
              <a:srgbClr val="D3E01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8" name="attn_heatmap_16_7">
              <a:extLst>
                <a:ext uri="{FF2B5EF4-FFF2-40B4-BE49-F238E27FC236}">
                  <a16:creationId xmlns:a16="http://schemas.microsoft.com/office/drawing/2014/main" id="{48C32EA0-EC7F-1D73-2F15-2DED010164EE}"/>
                </a:ext>
              </a:extLst>
            </p:cNvPr>
            <p:cNvSpPr/>
            <p:nvPr/>
          </p:nvSpPr>
          <p:spPr>
            <a:xfrm>
              <a:off x="15619754" y="5860004"/>
              <a:ext cx="58999" cy="57753"/>
            </a:xfrm>
            <a:prstGeom prst="rect">
              <a:avLst/>
            </a:prstGeom>
            <a:solidFill>
              <a:srgbClr val="D9E0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9" name="attn_heatmap_16_8">
              <a:extLst>
                <a:ext uri="{FF2B5EF4-FFF2-40B4-BE49-F238E27FC236}">
                  <a16:creationId xmlns:a16="http://schemas.microsoft.com/office/drawing/2014/main" id="{C7DB2FA0-3816-DC5B-34F5-8A066583B258}"/>
                </a:ext>
              </a:extLst>
            </p:cNvPr>
            <p:cNvSpPr/>
            <p:nvPr/>
          </p:nvSpPr>
          <p:spPr>
            <a:xfrm>
              <a:off x="15678753" y="5860004"/>
              <a:ext cx="59000" cy="57753"/>
            </a:xfrm>
            <a:prstGeom prst="rect">
              <a:avLst/>
            </a:prstGeom>
            <a:solidFill>
              <a:srgbClr val="C0DD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0" name="attn_heatmap_16_9">
              <a:extLst>
                <a:ext uri="{FF2B5EF4-FFF2-40B4-BE49-F238E27FC236}">
                  <a16:creationId xmlns:a16="http://schemas.microsoft.com/office/drawing/2014/main" id="{EF0639F4-BFC7-6BA4-FACD-0ED49ECDA35B}"/>
                </a:ext>
              </a:extLst>
            </p:cNvPr>
            <p:cNvSpPr/>
            <p:nvPr/>
          </p:nvSpPr>
          <p:spPr>
            <a:xfrm>
              <a:off x="15737751" y="5860004"/>
              <a:ext cx="59000" cy="57753"/>
            </a:xfrm>
            <a:prstGeom prst="rect">
              <a:avLst/>
            </a:prstGeom>
            <a:solidFill>
              <a:srgbClr val="E7E1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1" name="attn_heatmap_16_10">
              <a:extLst>
                <a:ext uri="{FF2B5EF4-FFF2-40B4-BE49-F238E27FC236}">
                  <a16:creationId xmlns:a16="http://schemas.microsoft.com/office/drawing/2014/main" id="{C32E5396-8F10-C698-B69B-8DC2E1D188A4}"/>
                </a:ext>
              </a:extLst>
            </p:cNvPr>
            <p:cNvSpPr/>
            <p:nvPr/>
          </p:nvSpPr>
          <p:spPr>
            <a:xfrm>
              <a:off x="15796751" y="5860004"/>
              <a:ext cx="58999" cy="57753"/>
            </a:xfrm>
            <a:prstGeom prst="rect">
              <a:avLst/>
            </a:prstGeom>
            <a:solidFill>
              <a:srgbClr val="E1E4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2" name="attn_heatmap_16_11">
              <a:extLst>
                <a:ext uri="{FF2B5EF4-FFF2-40B4-BE49-F238E27FC236}">
                  <a16:creationId xmlns:a16="http://schemas.microsoft.com/office/drawing/2014/main" id="{AFD86E12-B6F5-9771-E0FA-619F39BBC146}"/>
                </a:ext>
              </a:extLst>
            </p:cNvPr>
            <p:cNvSpPr/>
            <p:nvPr/>
          </p:nvSpPr>
          <p:spPr>
            <a:xfrm>
              <a:off x="15855748" y="5860004"/>
              <a:ext cx="59000" cy="57753"/>
            </a:xfrm>
            <a:prstGeom prst="rect">
              <a:avLst/>
            </a:prstGeom>
            <a:solidFill>
              <a:srgbClr val="E2DE1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3" name="attn_heatmap_16_12">
              <a:extLst>
                <a:ext uri="{FF2B5EF4-FFF2-40B4-BE49-F238E27FC236}">
                  <a16:creationId xmlns:a16="http://schemas.microsoft.com/office/drawing/2014/main" id="{B25A578A-3D6A-86BF-486A-A3C3FA6D9224}"/>
                </a:ext>
              </a:extLst>
            </p:cNvPr>
            <p:cNvSpPr/>
            <p:nvPr/>
          </p:nvSpPr>
          <p:spPr>
            <a:xfrm>
              <a:off x="15914748" y="5860004"/>
              <a:ext cx="58999" cy="57753"/>
            </a:xfrm>
            <a:prstGeom prst="rect">
              <a:avLst/>
            </a:prstGeom>
            <a:solidFill>
              <a:srgbClr val="CFDF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4" name="attn_heatmap_16_13">
              <a:extLst>
                <a:ext uri="{FF2B5EF4-FFF2-40B4-BE49-F238E27FC236}">
                  <a16:creationId xmlns:a16="http://schemas.microsoft.com/office/drawing/2014/main" id="{CF6D16D7-5E44-3F4D-37C3-6AC253661375}"/>
                </a:ext>
              </a:extLst>
            </p:cNvPr>
            <p:cNvSpPr/>
            <p:nvPr/>
          </p:nvSpPr>
          <p:spPr>
            <a:xfrm>
              <a:off x="15973747" y="5860004"/>
              <a:ext cx="59000" cy="57753"/>
            </a:xfrm>
            <a:prstGeom prst="rect">
              <a:avLst/>
            </a:prstGeom>
            <a:solidFill>
              <a:srgbClr val="C3DB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5" name="attn_heatmap_16_14">
              <a:extLst>
                <a:ext uri="{FF2B5EF4-FFF2-40B4-BE49-F238E27FC236}">
                  <a16:creationId xmlns:a16="http://schemas.microsoft.com/office/drawing/2014/main" id="{29C66845-FE6F-CD82-3878-6D7A179A9F12}"/>
                </a:ext>
              </a:extLst>
            </p:cNvPr>
            <p:cNvSpPr/>
            <p:nvPr/>
          </p:nvSpPr>
          <p:spPr>
            <a:xfrm>
              <a:off x="16032745" y="5860004"/>
              <a:ext cx="59000" cy="57753"/>
            </a:xfrm>
            <a:prstGeom prst="rect">
              <a:avLst/>
            </a:prstGeom>
            <a:solidFill>
              <a:srgbClr val="D3E1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6" name="attn_heatmap_16_15">
              <a:extLst>
                <a:ext uri="{FF2B5EF4-FFF2-40B4-BE49-F238E27FC236}">
                  <a16:creationId xmlns:a16="http://schemas.microsoft.com/office/drawing/2014/main" id="{8628B0C4-5205-490F-4AE3-84D593F904A1}"/>
                </a:ext>
              </a:extLst>
            </p:cNvPr>
            <p:cNvSpPr/>
            <p:nvPr/>
          </p:nvSpPr>
          <p:spPr>
            <a:xfrm>
              <a:off x="16091745" y="5860004"/>
              <a:ext cx="58999" cy="57753"/>
            </a:xfrm>
            <a:prstGeom prst="rect">
              <a:avLst/>
            </a:prstGeom>
            <a:solidFill>
              <a:srgbClr val="F1E5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7" name="attn_heatmap_16_16">
              <a:extLst>
                <a:ext uri="{FF2B5EF4-FFF2-40B4-BE49-F238E27FC236}">
                  <a16:creationId xmlns:a16="http://schemas.microsoft.com/office/drawing/2014/main" id="{D631F3A8-D4F9-5282-06E1-A5BFEFC27A5F}"/>
                </a:ext>
              </a:extLst>
            </p:cNvPr>
            <p:cNvSpPr/>
            <p:nvPr/>
          </p:nvSpPr>
          <p:spPr>
            <a:xfrm>
              <a:off x="16150744" y="5860004"/>
              <a:ext cx="59000" cy="57753"/>
            </a:xfrm>
            <a:prstGeom prst="rect">
              <a:avLst/>
            </a:prstGeom>
            <a:solidFill>
              <a:srgbClr val="E3E3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8" name="attn_heatmap_16_17">
              <a:extLst>
                <a:ext uri="{FF2B5EF4-FFF2-40B4-BE49-F238E27FC236}">
                  <a16:creationId xmlns:a16="http://schemas.microsoft.com/office/drawing/2014/main" id="{AEB96CE1-B449-96A4-7CE5-D212C4B33163}"/>
                </a:ext>
              </a:extLst>
            </p:cNvPr>
            <p:cNvSpPr/>
            <p:nvPr/>
          </p:nvSpPr>
          <p:spPr>
            <a:xfrm>
              <a:off x="16209742" y="5860004"/>
              <a:ext cx="59000" cy="57753"/>
            </a:xfrm>
            <a:prstGeom prst="rect">
              <a:avLst/>
            </a:prstGeom>
            <a:solidFill>
              <a:srgbClr val="CFE0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9" name="attn_heatmap_16_18">
              <a:extLst>
                <a:ext uri="{FF2B5EF4-FFF2-40B4-BE49-F238E27FC236}">
                  <a16:creationId xmlns:a16="http://schemas.microsoft.com/office/drawing/2014/main" id="{B7059A96-2FFA-5A84-CDE2-F8169DB25BBF}"/>
                </a:ext>
              </a:extLst>
            </p:cNvPr>
            <p:cNvSpPr/>
            <p:nvPr/>
          </p:nvSpPr>
          <p:spPr>
            <a:xfrm>
              <a:off x="16268742" y="5860004"/>
              <a:ext cx="58999" cy="57753"/>
            </a:xfrm>
            <a:prstGeom prst="rect">
              <a:avLst/>
            </a:prstGeom>
            <a:solidFill>
              <a:srgbClr val="B9DA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0" name="attn_heatmap_16_19">
              <a:extLst>
                <a:ext uri="{FF2B5EF4-FFF2-40B4-BE49-F238E27FC236}">
                  <a16:creationId xmlns:a16="http://schemas.microsoft.com/office/drawing/2014/main" id="{84EF6B27-61D7-1EC7-9C77-D0EAB7CF314B}"/>
                </a:ext>
              </a:extLst>
            </p:cNvPr>
            <p:cNvSpPr/>
            <p:nvPr/>
          </p:nvSpPr>
          <p:spPr>
            <a:xfrm>
              <a:off x="16327740" y="5860004"/>
              <a:ext cx="58999" cy="57753"/>
            </a:xfrm>
            <a:prstGeom prst="rect">
              <a:avLst/>
            </a:prstGeom>
            <a:solidFill>
              <a:srgbClr val="CDE1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1" name="attn_heatmap_16_20">
              <a:extLst>
                <a:ext uri="{FF2B5EF4-FFF2-40B4-BE49-F238E27FC236}">
                  <a16:creationId xmlns:a16="http://schemas.microsoft.com/office/drawing/2014/main" id="{323A05D8-3462-6316-72F1-9BB83B24D8EE}"/>
                </a:ext>
              </a:extLst>
            </p:cNvPr>
            <p:cNvSpPr/>
            <p:nvPr/>
          </p:nvSpPr>
          <p:spPr>
            <a:xfrm>
              <a:off x="16386739" y="5860004"/>
              <a:ext cx="59000" cy="57753"/>
            </a:xfrm>
            <a:prstGeom prst="rect">
              <a:avLst/>
            </a:prstGeom>
            <a:solidFill>
              <a:srgbClr val="5EC55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2" name="attn_heatmap_16_21">
              <a:extLst>
                <a:ext uri="{FF2B5EF4-FFF2-40B4-BE49-F238E27FC236}">
                  <a16:creationId xmlns:a16="http://schemas.microsoft.com/office/drawing/2014/main" id="{26AA6DB5-3CCA-70E0-9AE9-4933AC5FE854}"/>
                </a:ext>
              </a:extLst>
            </p:cNvPr>
            <p:cNvSpPr/>
            <p:nvPr/>
          </p:nvSpPr>
          <p:spPr>
            <a:xfrm>
              <a:off x="16445739" y="5860004"/>
              <a:ext cx="58999" cy="57753"/>
            </a:xfrm>
            <a:prstGeom prst="rect">
              <a:avLst/>
            </a:prstGeom>
            <a:solidFill>
              <a:srgbClr val="EBDF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3" name="attn_heatmap_16_22">
              <a:extLst>
                <a:ext uri="{FF2B5EF4-FFF2-40B4-BE49-F238E27FC236}">
                  <a16:creationId xmlns:a16="http://schemas.microsoft.com/office/drawing/2014/main" id="{CCB098B4-3E77-7B06-581B-B690C89C75CA}"/>
                </a:ext>
              </a:extLst>
            </p:cNvPr>
            <p:cNvSpPr/>
            <p:nvPr/>
          </p:nvSpPr>
          <p:spPr>
            <a:xfrm>
              <a:off x="16504737" y="5860004"/>
              <a:ext cx="58999" cy="57753"/>
            </a:xfrm>
            <a:prstGeom prst="rect">
              <a:avLst/>
            </a:prstGeom>
            <a:solidFill>
              <a:srgbClr val="CBDD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4" name="attn_heatmap_16_23">
              <a:extLst>
                <a:ext uri="{FF2B5EF4-FFF2-40B4-BE49-F238E27FC236}">
                  <a16:creationId xmlns:a16="http://schemas.microsoft.com/office/drawing/2014/main" id="{E92A948A-68A9-94C7-117F-CD522A542208}"/>
                </a:ext>
              </a:extLst>
            </p:cNvPr>
            <p:cNvSpPr/>
            <p:nvPr/>
          </p:nvSpPr>
          <p:spPr>
            <a:xfrm>
              <a:off x="16563736" y="5860004"/>
              <a:ext cx="59000" cy="57753"/>
            </a:xfrm>
            <a:prstGeom prst="rect">
              <a:avLst/>
            </a:prstGeom>
            <a:solidFill>
              <a:srgbClr val="BFDF2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5" name="attn_heatmap_17_0">
              <a:extLst>
                <a:ext uri="{FF2B5EF4-FFF2-40B4-BE49-F238E27FC236}">
                  <a16:creationId xmlns:a16="http://schemas.microsoft.com/office/drawing/2014/main" id="{26AE98F8-8ED4-F7D0-7E6D-18DBE9163B26}"/>
                </a:ext>
              </a:extLst>
            </p:cNvPr>
            <p:cNvSpPr/>
            <p:nvPr/>
          </p:nvSpPr>
          <p:spPr>
            <a:xfrm>
              <a:off x="15206762" y="5917757"/>
              <a:ext cx="58999" cy="57752"/>
            </a:xfrm>
            <a:prstGeom prst="rect">
              <a:avLst/>
            </a:prstGeom>
            <a:solidFill>
              <a:srgbClr val="DEE43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6" name="attn_heatmap_17_1">
              <a:extLst>
                <a:ext uri="{FF2B5EF4-FFF2-40B4-BE49-F238E27FC236}">
                  <a16:creationId xmlns:a16="http://schemas.microsoft.com/office/drawing/2014/main" id="{EAF348C0-60EA-D9D1-AC02-A3F8151EF2E5}"/>
                </a:ext>
              </a:extLst>
            </p:cNvPr>
            <p:cNvSpPr/>
            <p:nvPr/>
          </p:nvSpPr>
          <p:spPr>
            <a:xfrm>
              <a:off x="15265760" y="5917757"/>
              <a:ext cx="58999" cy="57752"/>
            </a:xfrm>
            <a:prstGeom prst="rect">
              <a:avLst/>
            </a:prstGeom>
            <a:solidFill>
              <a:srgbClr val="A0D73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7" name="attn_heatmap_17_2">
              <a:extLst>
                <a:ext uri="{FF2B5EF4-FFF2-40B4-BE49-F238E27FC236}">
                  <a16:creationId xmlns:a16="http://schemas.microsoft.com/office/drawing/2014/main" id="{8124E404-19C2-7003-C840-46795DAD0EAB}"/>
                </a:ext>
              </a:extLst>
            </p:cNvPr>
            <p:cNvSpPr/>
            <p:nvPr/>
          </p:nvSpPr>
          <p:spPr>
            <a:xfrm>
              <a:off x="15324759" y="5917757"/>
              <a:ext cx="59000" cy="57752"/>
            </a:xfrm>
            <a:prstGeom prst="rect">
              <a:avLst/>
            </a:prstGeom>
            <a:solidFill>
              <a:srgbClr val="B2DA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8" name="attn_heatmap_17_3">
              <a:extLst>
                <a:ext uri="{FF2B5EF4-FFF2-40B4-BE49-F238E27FC236}">
                  <a16:creationId xmlns:a16="http://schemas.microsoft.com/office/drawing/2014/main" id="{23F25E3B-98EF-7777-14AB-454C540BFBEA}"/>
                </a:ext>
              </a:extLst>
            </p:cNvPr>
            <p:cNvSpPr/>
            <p:nvPr/>
          </p:nvSpPr>
          <p:spPr>
            <a:xfrm>
              <a:off x="15383759" y="5917757"/>
              <a:ext cx="58999" cy="57752"/>
            </a:xfrm>
            <a:prstGeom prst="rect">
              <a:avLst/>
            </a:prstGeom>
            <a:solidFill>
              <a:srgbClr val="C9DF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9" name="attn_heatmap_17_4">
              <a:extLst>
                <a:ext uri="{FF2B5EF4-FFF2-40B4-BE49-F238E27FC236}">
                  <a16:creationId xmlns:a16="http://schemas.microsoft.com/office/drawing/2014/main" id="{5B0F07C1-B0F4-2543-B9CF-5A8008958A52}"/>
                </a:ext>
              </a:extLst>
            </p:cNvPr>
            <p:cNvSpPr/>
            <p:nvPr/>
          </p:nvSpPr>
          <p:spPr>
            <a:xfrm>
              <a:off x="15442757" y="5917757"/>
              <a:ext cx="58999" cy="57752"/>
            </a:xfrm>
            <a:prstGeom prst="rect">
              <a:avLst/>
            </a:prstGeom>
            <a:solidFill>
              <a:srgbClr val="B4DC2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0" name="attn_heatmap_17_5">
              <a:extLst>
                <a:ext uri="{FF2B5EF4-FFF2-40B4-BE49-F238E27FC236}">
                  <a16:creationId xmlns:a16="http://schemas.microsoft.com/office/drawing/2014/main" id="{3062EA99-7CAF-0146-EBF5-9D23722CA09B}"/>
                </a:ext>
              </a:extLst>
            </p:cNvPr>
            <p:cNvSpPr/>
            <p:nvPr/>
          </p:nvSpPr>
          <p:spPr>
            <a:xfrm>
              <a:off x="15501756" y="5917757"/>
              <a:ext cx="59000" cy="57752"/>
            </a:xfrm>
            <a:prstGeom prst="rect">
              <a:avLst/>
            </a:prstGeom>
            <a:solidFill>
              <a:srgbClr val="9DD63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1" name="attn_heatmap_17_6">
              <a:extLst>
                <a:ext uri="{FF2B5EF4-FFF2-40B4-BE49-F238E27FC236}">
                  <a16:creationId xmlns:a16="http://schemas.microsoft.com/office/drawing/2014/main" id="{BD84BF31-01DA-1929-EE53-2B8DCE3656E0}"/>
                </a:ext>
              </a:extLst>
            </p:cNvPr>
            <p:cNvSpPr/>
            <p:nvPr/>
          </p:nvSpPr>
          <p:spPr>
            <a:xfrm>
              <a:off x="15560754" y="5917757"/>
              <a:ext cx="59000" cy="57752"/>
            </a:xfrm>
            <a:prstGeom prst="rect">
              <a:avLst/>
            </a:prstGeom>
            <a:solidFill>
              <a:srgbClr val="C5DB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2" name="attn_heatmap_17_7">
              <a:extLst>
                <a:ext uri="{FF2B5EF4-FFF2-40B4-BE49-F238E27FC236}">
                  <a16:creationId xmlns:a16="http://schemas.microsoft.com/office/drawing/2014/main" id="{7818D4EF-C706-8E6E-AE48-CE96E1AC7C16}"/>
                </a:ext>
              </a:extLst>
            </p:cNvPr>
            <p:cNvSpPr/>
            <p:nvPr/>
          </p:nvSpPr>
          <p:spPr>
            <a:xfrm>
              <a:off x="15619754" y="5917757"/>
              <a:ext cx="58999" cy="57752"/>
            </a:xfrm>
            <a:prstGeom prst="rect">
              <a:avLst/>
            </a:prstGeom>
            <a:solidFill>
              <a:srgbClr val="F7E6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3" name="attn_heatmap_17_8">
              <a:extLst>
                <a:ext uri="{FF2B5EF4-FFF2-40B4-BE49-F238E27FC236}">
                  <a16:creationId xmlns:a16="http://schemas.microsoft.com/office/drawing/2014/main" id="{4E5BAF6B-2CFA-468C-0A6B-BFE57BD21018}"/>
                </a:ext>
              </a:extLst>
            </p:cNvPr>
            <p:cNvSpPr/>
            <p:nvPr/>
          </p:nvSpPr>
          <p:spPr>
            <a:xfrm>
              <a:off x="15678753" y="5917757"/>
              <a:ext cx="59000" cy="57752"/>
            </a:xfrm>
            <a:prstGeom prst="rect">
              <a:avLst/>
            </a:prstGeom>
            <a:solidFill>
              <a:srgbClr val="C8E3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4" name="attn_heatmap_17_9">
              <a:extLst>
                <a:ext uri="{FF2B5EF4-FFF2-40B4-BE49-F238E27FC236}">
                  <a16:creationId xmlns:a16="http://schemas.microsoft.com/office/drawing/2014/main" id="{39888D8E-C8E3-3496-38DE-15258996BF7D}"/>
                </a:ext>
              </a:extLst>
            </p:cNvPr>
            <p:cNvSpPr/>
            <p:nvPr/>
          </p:nvSpPr>
          <p:spPr>
            <a:xfrm>
              <a:off x="15737751" y="5917757"/>
              <a:ext cx="59000" cy="57752"/>
            </a:xfrm>
            <a:prstGeom prst="rect">
              <a:avLst/>
            </a:prstGeom>
            <a:solidFill>
              <a:srgbClr val="80C7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5" name="attn_heatmap_17_10">
              <a:extLst>
                <a:ext uri="{FF2B5EF4-FFF2-40B4-BE49-F238E27FC236}">
                  <a16:creationId xmlns:a16="http://schemas.microsoft.com/office/drawing/2014/main" id="{6FC9DEE9-B4AD-A3FC-06F7-6467A1DBF489}"/>
                </a:ext>
              </a:extLst>
            </p:cNvPr>
            <p:cNvSpPr/>
            <p:nvPr/>
          </p:nvSpPr>
          <p:spPr>
            <a:xfrm>
              <a:off x="15796751" y="5917757"/>
              <a:ext cx="58999" cy="57752"/>
            </a:xfrm>
            <a:prstGeom prst="rect">
              <a:avLst/>
            </a:prstGeom>
            <a:solidFill>
              <a:srgbClr val="CCDF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6" name="attn_heatmap_17_11">
              <a:extLst>
                <a:ext uri="{FF2B5EF4-FFF2-40B4-BE49-F238E27FC236}">
                  <a16:creationId xmlns:a16="http://schemas.microsoft.com/office/drawing/2014/main" id="{9B29B2AE-425D-6A4A-F93F-625F0807D9A4}"/>
                </a:ext>
              </a:extLst>
            </p:cNvPr>
            <p:cNvSpPr/>
            <p:nvPr/>
          </p:nvSpPr>
          <p:spPr>
            <a:xfrm>
              <a:off x="15855748" y="5917757"/>
              <a:ext cx="59000" cy="57752"/>
            </a:xfrm>
            <a:prstGeom prst="rect">
              <a:avLst/>
            </a:prstGeom>
            <a:solidFill>
              <a:srgbClr val="F0E5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7" name="attn_heatmap_17_12">
              <a:extLst>
                <a:ext uri="{FF2B5EF4-FFF2-40B4-BE49-F238E27FC236}">
                  <a16:creationId xmlns:a16="http://schemas.microsoft.com/office/drawing/2014/main" id="{8CD21649-76E7-03AC-C053-5FCFBDF7CDA5}"/>
                </a:ext>
              </a:extLst>
            </p:cNvPr>
            <p:cNvSpPr/>
            <p:nvPr/>
          </p:nvSpPr>
          <p:spPr>
            <a:xfrm>
              <a:off x="15914748" y="5917757"/>
              <a:ext cx="58999" cy="57752"/>
            </a:xfrm>
            <a:prstGeom prst="rect">
              <a:avLst/>
            </a:prstGeom>
            <a:solidFill>
              <a:srgbClr val="534B0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8" name="attn_heatmap_17_13">
              <a:extLst>
                <a:ext uri="{FF2B5EF4-FFF2-40B4-BE49-F238E27FC236}">
                  <a16:creationId xmlns:a16="http://schemas.microsoft.com/office/drawing/2014/main" id="{11994A54-F790-54DE-1FFF-0DF7C1123CEC}"/>
                </a:ext>
              </a:extLst>
            </p:cNvPr>
            <p:cNvSpPr/>
            <p:nvPr/>
          </p:nvSpPr>
          <p:spPr>
            <a:xfrm>
              <a:off x="15973747" y="5917757"/>
              <a:ext cx="59000" cy="57752"/>
            </a:xfrm>
            <a:prstGeom prst="rect">
              <a:avLst/>
            </a:prstGeom>
            <a:solidFill>
              <a:srgbClr val="429F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9" name="attn_heatmap_17_14">
              <a:extLst>
                <a:ext uri="{FF2B5EF4-FFF2-40B4-BE49-F238E27FC236}">
                  <a16:creationId xmlns:a16="http://schemas.microsoft.com/office/drawing/2014/main" id="{F7B2FD08-E12B-CF43-B98B-2758204FB097}"/>
                </a:ext>
              </a:extLst>
            </p:cNvPr>
            <p:cNvSpPr/>
            <p:nvPr/>
          </p:nvSpPr>
          <p:spPr>
            <a:xfrm>
              <a:off x="16032745" y="5917757"/>
              <a:ext cx="59000" cy="57752"/>
            </a:xfrm>
            <a:prstGeom prst="rect">
              <a:avLst/>
            </a:prstGeom>
            <a:solidFill>
              <a:srgbClr val="CFE1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0" name="attn_heatmap_17_15">
              <a:extLst>
                <a:ext uri="{FF2B5EF4-FFF2-40B4-BE49-F238E27FC236}">
                  <a16:creationId xmlns:a16="http://schemas.microsoft.com/office/drawing/2014/main" id="{7A927B48-35BB-5DA3-2220-E86BAABD5A24}"/>
                </a:ext>
              </a:extLst>
            </p:cNvPr>
            <p:cNvSpPr/>
            <p:nvPr/>
          </p:nvSpPr>
          <p:spPr>
            <a:xfrm>
              <a:off x="16091745" y="5917757"/>
              <a:ext cx="58999" cy="57752"/>
            </a:xfrm>
            <a:prstGeom prst="rect">
              <a:avLst/>
            </a:prstGeom>
            <a:solidFill>
              <a:srgbClr val="CFE1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1" name="attn_heatmap_17_16">
              <a:extLst>
                <a:ext uri="{FF2B5EF4-FFF2-40B4-BE49-F238E27FC236}">
                  <a16:creationId xmlns:a16="http://schemas.microsoft.com/office/drawing/2014/main" id="{7B8D0249-0FFC-65D0-2BF1-23D957D54025}"/>
                </a:ext>
              </a:extLst>
            </p:cNvPr>
            <p:cNvSpPr/>
            <p:nvPr/>
          </p:nvSpPr>
          <p:spPr>
            <a:xfrm>
              <a:off x="16150744" y="5917757"/>
              <a:ext cx="59000" cy="57752"/>
            </a:xfrm>
            <a:prstGeom prst="rect">
              <a:avLst/>
            </a:prstGeom>
            <a:solidFill>
              <a:srgbClr val="C9DA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2" name="attn_heatmap_17_17">
              <a:extLst>
                <a:ext uri="{FF2B5EF4-FFF2-40B4-BE49-F238E27FC236}">
                  <a16:creationId xmlns:a16="http://schemas.microsoft.com/office/drawing/2014/main" id="{E41DA6E4-05D1-1042-17BA-1C86496C8C3C}"/>
                </a:ext>
              </a:extLst>
            </p:cNvPr>
            <p:cNvSpPr/>
            <p:nvPr/>
          </p:nvSpPr>
          <p:spPr>
            <a:xfrm>
              <a:off x="16209742" y="5917757"/>
              <a:ext cx="59000" cy="57752"/>
            </a:xfrm>
            <a:prstGeom prst="rect">
              <a:avLst/>
            </a:prstGeom>
            <a:solidFill>
              <a:srgbClr val="E8E2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3" name="attn_heatmap_17_18">
              <a:extLst>
                <a:ext uri="{FF2B5EF4-FFF2-40B4-BE49-F238E27FC236}">
                  <a16:creationId xmlns:a16="http://schemas.microsoft.com/office/drawing/2014/main" id="{BAFCD708-986B-1A50-9B87-A75CE66D6863}"/>
                </a:ext>
              </a:extLst>
            </p:cNvPr>
            <p:cNvSpPr/>
            <p:nvPr/>
          </p:nvSpPr>
          <p:spPr>
            <a:xfrm>
              <a:off x="16268742" y="5917757"/>
              <a:ext cx="58999" cy="57752"/>
            </a:xfrm>
            <a:prstGeom prst="rect">
              <a:avLst/>
            </a:prstGeom>
            <a:solidFill>
              <a:srgbClr val="89D6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4" name="attn_heatmap_17_19">
              <a:extLst>
                <a:ext uri="{FF2B5EF4-FFF2-40B4-BE49-F238E27FC236}">
                  <a16:creationId xmlns:a16="http://schemas.microsoft.com/office/drawing/2014/main" id="{EC6E83EF-69B7-8085-7E1A-F22AB8A61C05}"/>
                </a:ext>
              </a:extLst>
            </p:cNvPr>
            <p:cNvSpPr/>
            <p:nvPr/>
          </p:nvSpPr>
          <p:spPr>
            <a:xfrm>
              <a:off x="16327740" y="5917757"/>
              <a:ext cx="58999" cy="57752"/>
            </a:xfrm>
            <a:prstGeom prst="rect">
              <a:avLst/>
            </a:prstGeom>
            <a:solidFill>
              <a:srgbClr val="F8E5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5" name="attn_heatmap_17_20">
              <a:extLst>
                <a:ext uri="{FF2B5EF4-FFF2-40B4-BE49-F238E27FC236}">
                  <a16:creationId xmlns:a16="http://schemas.microsoft.com/office/drawing/2014/main" id="{D66A957A-BBE6-E663-AD06-977608091836}"/>
                </a:ext>
              </a:extLst>
            </p:cNvPr>
            <p:cNvSpPr/>
            <p:nvPr/>
          </p:nvSpPr>
          <p:spPr>
            <a:xfrm>
              <a:off x="16386739" y="5917757"/>
              <a:ext cx="59000" cy="57752"/>
            </a:xfrm>
            <a:prstGeom prst="rect">
              <a:avLst/>
            </a:prstGeom>
            <a:solidFill>
              <a:srgbClr val="6AC85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6" name="attn_heatmap_17_21">
              <a:extLst>
                <a:ext uri="{FF2B5EF4-FFF2-40B4-BE49-F238E27FC236}">
                  <a16:creationId xmlns:a16="http://schemas.microsoft.com/office/drawing/2014/main" id="{7BED9ADA-4EEE-98C1-3419-3E17756B4E49}"/>
                </a:ext>
              </a:extLst>
            </p:cNvPr>
            <p:cNvSpPr/>
            <p:nvPr/>
          </p:nvSpPr>
          <p:spPr>
            <a:xfrm>
              <a:off x="16445739" y="5917757"/>
              <a:ext cx="58999" cy="57752"/>
            </a:xfrm>
            <a:prstGeom prst="rect">
              <a:avLst/>
            </a:prstGeom>
            <a:solidFill>
              <a:srgbClr val="E3E21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7" name="attn_heatmap_17_22">
              <a:extLst>
                <a:ext uri="{FF2B5EF4-FFF2-40B4-BE49-F238E27FC236}">
                  <a16:creationId xmlns:a16="http://schemas.microsoft.com/office/drawing/2014/main" id="{81FFD4B4-0052-415C-9C16-D018BDA26669}"/>
                </a:ext>
              </a:extLst>
            </p:cNvPr>
            <p:cNvSpPr/>
            <p:nvPr/>
          </p:nvSpPr>
          <p:spPr>
            <a:xfrm>
              <a:off x="16504737" y="5917757"/>
              <a:ext cx="58999" cy="57752"/>
            </a:xfrm>
            <a:prstGeom prst="rect">
              <a:avLst/>
            </a:prstGeom>
            <a:solidFill>
              <a:srgbClr val="B9DF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8" name="attn_heatmap_17_23">
              <a:extLst>
                <a:ext uri="{FF2B5EF4-FFF2-40B4-BE49-F238E27FC236}">
                  <a16:creationId xmlns:a16="http://schemas.microsoft.com/office/drawing/2014/main" id="{06AE8DBC-5C81-1B07-D765-9612A05381A8}"/>
                </a:ext>
              </a:extLst>
            </p:cNvPr>
            <p:cNvSpPr/>
            <p:nvPr/>
          </p:nvSpPr>
          <p:spPr>
            <a:xfrm>
              <a:off x="16563736" y="5917757"/>
              <a:ext cx="59000" cy="57752"/>
            </a:xfrm>
            <a:prstGeom prst="rect">
              <a:avLst/>
            </a:prstGeom>
            <a:solidFill>
              <a:srgbClr val="CDE12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9" name="attn_heatmap_18_0">
              <a:extLst>
                <a:ext uri="{FF2B5EF4-FFF2-40B4-BE49-F238E27FC236}">
                  <a16:creationId xmlns:a16="http://schemas.microsoft.com/office/drawing/2014/main" id="{016AFE2C-5B26-B41D-060E-6BE1E78B1206}"/>
                </a:ext>
              </a:extLst>
            </p:cNvPr>
            <p:cNvSpPr/>
            <p:nvPr/>
          </p:nvSpPr>
          <p:spPr>
            <a:xfrm>
              <a:off x="15206762" y="5975509"/>
              <a:ext cx="58999" cy="57753"/>
            </a:xfrm>
            <a:prstGeom prst="rect">
              <a:avLst/>
            </a:prstGeom>
            <a:solidFill>
              <a:srgbClr val="9CD64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0" name="attn_heatmap_18_1">
              <a:extLst>
                <a:ext uri="{FF2B5EF4-FFF2-40B4-BE49-F238E27FC236}">
                  <a16:creationId xmlns:a16="http://schemas.microsoft.com/office/drawing/2014/main" id="{3B955D4A-8E92-7173-F5F5-C947A1CC398F}"/>
                </a:ext>
              </a:extLst>
            </p:cNvPr>
            <p:cNvSpPr/>
            <p:nvPr/>
          </p:nvSpPr>
          <p:spPr>
            <a:xfrm>
              <a:off x="15265760" y="5975509"/>
              <a:ext cx="58999" cy="57753"/>
            </a:xfrm>
            <a:prstGeom prst="rect">
              <a:avLst/>
            </a:prstGeom>
            <a:solidFill>
              <a:srgbClr val="6AC75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1" name="attn_heatmap_18_2">
              <a:extLst>
                <a:ext uri="{FF2B5EF4-FFF2-40B4-BE49-F238E27FC236}">
                  <a16:creationId xmlns:a16="http://schemas.microsoft.com/office/drawing/2014/main" id="{246C8C30-67EC-4367-6116-A486FCB8FE19}"/>
                </a:ext>
              </a:extLst>
            </p:cNvPr>
            <p:cNvSpPr/>
            <p:nvPr/>
          </p:nvSpPr>
          <p:spPr>
            <a:xfrm>
              <a:off x="15324759" y="5975509"/>
              <a:ext cx="59000" cy="57753"/>
            </a:xfrm>
            <a:prstGeom prst="rect">
              <a:avLst/>
            </a:prstGeom>
            <a:solidFill>
              <a:srgbClr val="6BCB5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2" name="attn_heatmap_18_3">
              <a:extLst>
                <a:ext uri="{FF2B5EF4-FFF2-40B4-BE49-F238E27FC236}">
                  <a16:creationId xmlns:a16="http://schemas.microsoft.com/office/drawing/2014/main" id="{C6F3CF2B-1026-8916-CD3D-4AA2541BA6B1}"/>
                </a:ext>
              </a:extLst>
            </p:cNvPr>
            <p:cNvSpPr/>
            <p:nvPr/>
          </p:nvSpPr>
          <p:spPr>
            <a:xfrm>
              <a:off x="15383759" y="5975509"/>
              <a:ext cx="58999" cy="57753"/>
            </a:xfrm>
            <a:prstGeom prst="rect">
              <a:avLst/>
            </a:prstGeom>
            <a:solidFill>
              <a:srgbClr val="89D54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3" name="attn_heatmap_18_4">
              <a:extLst>
                <a:ext uri="{FF2B5EF4-FFF2-40B4-BE49-F238E27FC236}">
                  <a16:creationId xmlns:a16="http://schemas.microsoft.com/office/drawing/2014/main" id="{2D786D8D-0DE3-AF2B-6728-64B055284A2D}"/>
                </a:ext>
              </a:extLst>
            </p:cNvPr>
            <p:cNvSpPr/>
            <p:nvPr/>
          </p:nvSpPr>
          <p:spPr>
            <a:xfrm>
              <a:off x="15442757" y="5975509"/>
              <a:ext cx="58999" cy="57753"/>
            </a:xfrm>
            <a:prstGeom prst="rect">
              <a:avLst/>
            </a:prstGeom>
            <a:solidFill>
              <a:srgbClr val="8BD34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4" name="attn_heatmap_18_5">
              <a:extLst>
                <a:ext uri="{FF2B5EF4-FFF2-40B4-BE49-F238E27FC236}">
                  <a16:creationId xmlns:a16="http://schemas.microsoft.com/office/drawing/2014/main" id="{D7FEC81E-4D6B-6F81-B22D-ABA2BBAD9930}"/>
                </a:ext>
              </a:extLst>
            </p:cNvPr>
            <p:cNvSpPr/>
            <p:nvPr/>
          </p:nvSpPr>
          <p:spPr>
            <a:xfrm>
              <a:off x="15501756" y="5975509"/>
              <a:ext cx="59000" cy="57753"/>
            </a:xfrm>
            <a:prstGeom prst="rect">
              <a:avLst/>
            </a:prstGeom>
            <a:solidFill>
              <a:srgbClr val="6AC65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5" name="attn_heatmap_18_6">
              <a:extLst>
                <a:ext uri="{FF2B5EF4-FFF2-40B4-BE49-F238E27FC236}">
                  <a16:creationId xmlns:a16="http://schemas.microsoft.com/office/drawing/2014/main" id="{CC1AF1A4-5E63-4212-C14D-36C733869BA8}"/>
                </a:ext>
              </a:extLst>
            </p:cNvPr>
            <p:cNvSpPr/>
            <p:nvPr/>
          </p:nvSpPr>
          <p:spPr>
            <a:xfrm>
              <a:off x="15560754" y="5975509"/>
              <a:ext cx="59000" cy="57753"/>
            </a:xfrm>
            <a:prstGeom prst="rect">
              <a:avLst/>
            </a:prstGeom>
            <a:solidFill>
              <a:srgbClr val="9FD83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6" name="attn_heatmap_18_7">
              <a:extLst>
                <a:ext uri="{FF2B5EF4-FFF2-40B4-BE49-F238E27FC236}">
                  <a16:creationId xmlns:a16="http://schemas.microsoft.com/office/drawing/2014/main" id="{53E66925-6D35-2358-56A9-84F862E88C89}"/>
                </a:ext>
              </a:extLst>
            </p:cNvPr>
            <p:cNvSpPr/>
            <p:nvPr/>
          </p:nvSpPr>
          <p:spPr>
            <a:xfrm>
              <a:off x="15619754" y="5975509"/>
              <a:ext cx="58999" cy="57753"/>
            </a:xfrm>
            <a:prstGeom prst="rect">
              <a:avLst/>
            </a:prstGeom>
            <a:solidFill>
              <a:srgbClr val="9DD5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7" name="attn_heatmap_18_8">
              <a:extLst>
                <a:ext uri="{FF2B5EF4-FFF2-40B4-BE49-F238E27FC236}">
                  <a16:creationId xmlns:a16="http://schemas.microsoft.com/office/drawing/2014/main" id="{D22461E6-4573-6D43-8330-E77CFB09412F}"/>
                </a:ext>
              </a:extLst>
            </p:cNvPr>
            <p:cNvSpPr/>
            <p:nvPr/>
          </p:nvSpPr>
          <p:spPr>
            <a:xfrm>
              <a:off x="15678753" y="5975509"/>
              <a:ext cx="59000" cy="57753"/>
            </a:xfrm>
            <a:prstGeom prst="rect">
              <a:avLst/>
            </a:prstGeom>
            <a:solidFill>
              <a:srgbClr val="44992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8" name="attn_heatmap_18_9">
              <a:extLst>
                <a:ext uri="{FF2B5EF4-FFF2-40B4-BE49-F238E27FC236}">
                  <a16:creationId xmlns:a16="http://schemas.microsoft.com/office/drawing/2014/main" id="{BFE7B60A-04CC-9592-8777-12C590E9CAB1}"/>
                </a:ext>
              </a:extLst>
            </p:cNvPr>
            <p:cNvSpPr/>
            <p:nvPr/>
          </p:nvSpPr>
          <p:spPr>
            <a:xfrm>
              <a:off x="15737751" y="5975509"/>
              <a:ext cx="59000" cy="57753"/>
            </a:xfrm>
            <a:prstGeom prst="rect">
              <a:avLst/>
            </a:prstGeom>
            <a:solidFill>
              <a:srgbClr val="83550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9" name="attn_heatmap_18_10">
              <a:extLst>
                <a:ext uri="{FF2B5EF4-FFF2-40B4-BE49-F238E27FC236}">
                  <a16:creationId xmlns:a16="http://schemas.microsoft.com/office/drawing/2014/main" id="{E7348BD3-0669-190F-F4B8-7149120A8FF0}"/>
                </a:ext>
              </a:extLst>
            </p:cNvPr>
            <p:cNvSpPr/>
            <p:nvPr/>
          </p:nvSpPr>
          <p:spPr>
            <a:xfrm>
              <a:off x="15796751" y="5975509"/>
              <a:ext cx="58999" cy="57753"/>
            </a:xfrm>
            <a:prstGeom prst="rect">
              <a:avLst/>
            </a:prstGeom>
            <a:solidFill>
              <a:srgbClr val="AED83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0" name="attn_heatmap_18_11">
              <a:extLst>
                <a:ext uri="{FF2B5EF4-FFF2-40B4-BE49-F238E27FC236}">
                  <a16:creationId xmlns:a16="http://schemas.microsoft.com/office/drawing/2014/main" id="{9C3240C0-8A40-8F15-4A8D-6C89E85A0CF8}"/>
                </a:ext>
              </a:extLst>
            </p:cNvPr>
            <p:cNvSpPr/>
            <p:nvPr/>
          </p:nvSpPr>
          <p:spPr>
            <a:xfrm>
              <a:off x="15855748" y="5975509"/>
              <a:ext cx="59000" cy="57753"/>
            </a:xfrm>
            <a:prstGeom prst="rect">
              <a:avLst/>
            </a:prstGeom>
            <a:solidFill>
              <a:srgbClr val="5FC3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1" name="attn_heatmap_18_12">
              <a:extLst>
                <a:ext uri="{FF2B5EF4-FFF2-40B4-BE49-F238E27FC236}">
                  <a16:creationId xmlns:a16="http://schemas.microsoft.com/office/drawing/2014/main" id="{3CEE2D87-4E9E-7FA2-5B62-FC1D6A25E71E}"/>
                </a:ext>
              </a:extLst>
            </p:cNvPr>
            <p:cNvSpPr/>
            <p:nvPr/>
          </p:nvSpPr>
          <p:spPr>
            <a:xfrm>
              <a:off x="15914748" y="5975509"/>
              <a:ext cx="58999" cy="57753"/>
            </a:xfrm>
            <a:prstGeom prst="rect">
              <a:avLst/>
            </a:prstGeom>
            <a:solidFill>
              <a:srgbClr val="C7DE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2" name="attn_heatmap_18_13">
              <a:extLst>
                <a:ext uri="{FF2B5EF4-FFF2-40B4-BE49-F238E27FC236}">
                  <a16:creationId xmlns:a16="http://schemas.microsoft.com/office/drawing/2014/main" id="{0F7C88DB-1663-B41D-0B3E-E67376E0FFF9}"/>
                </a:ext>
              </a:extLst>
            </p:cNvPr>
            <p:cNvSpPr/>
            <p:nvPr/>
          </p:nvSpPr>
          <p:spPr>
            <a:xfrm>
              <a:off x="15973747" y="5975509"/>
              <a:ext cx="59000" cy="57753"/>
            </a:xfrm>
            <a:prstGeom prst="rect">
              <a:avLst/>
            </a:prstGeom>
            <a:solidFill>
              <a:srgbClr val="ABD9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3" name="attn_heatmap_18_14">
              <a:extLst>
                <a:ext uri="{FF2B5EF4-FFF2-40B4-BE49-F238E27FC236}">
                  <a16:creationId xmlns:a16="http://schemas.microsoft.com/office/drawing/2014/main" id="{E8778CFC-E771-C7E7-6563-E1120B9399B0}"/>
                </a:ext>
              </a:extLst>
            </p:cNvPr>
            <p:cNvSpPr/>
            <p:nvPr/>
          </p:nvSpPr>
          <p:spPr>
            <a:xfrm>
              <a:off x="16032745" y="5975509"/>
              <a:ext cx="59000" cy="57753"/>
            </a:xfrm>
            <a:prstGeom prst="rect">
              <a:avLst/>
            </a:prstGeom>
            <a:solidFill>
              <a:srgbClr val="552C0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4" name="attn_heatmap_18_15">
              <a:extLst>
                <a:ext uri="{FF2B5EF4-FFF2-40B4-BE49-F238E27FC236}">
                  <a16:creationId xmlns:a16="http://schemas.microsoft.com/office/drawing/2014/main" id="{19E072EE-FC4D-7D30-5E39-300281D3DABB}"/>
                </a:ext>
              </a:extLst>
            </p:cNvPr>
            <p:cNvSpPr/>
            <p:nvPr/>
          </p:nvSpPr>
          <p:spPr>
            <a:xfrm>
              <a:off x="16091745" y="5975509"/>
              <a:ext cx="58999" cy="57753"/>
            </a:xfrm>
            <a:prstGeom prst="rect">
              <a:avLst/>
            </a:prstGeom>
            <a:solidFill>
              <a:srgbClr val="C3DD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5" name="attn_heatmap_18_16">
              <a:extLst>
                <a:ext uri="{FF2B5EF4-FFF2-40B4-BE49-F238E27FC236}">
                  <a16:creationId xmlns:a16="http://schemas.microsoft.com/office/drawing/2014/main" id="{1BDF004F-88C4-73FD-DF75-89653141A1CF}"/>
                </a:ext>
              </a:extLst>
            </p:cNvPr>
            <p:cNvSpPr/>
            <p:nvPr/>
          </p:nvSpPr>
          <p:spPr>
            <a:xfrm>
              <a:off x="16150744" y="5975509"/>
              <a:ext cx="59000" cy="57753"/>
            </a:xfrm>
            <a:prstGeom prst="rect">
              <a:avLst/>
            </a:prstGeom>
            <a:solidFill>
              <a:srgbClr val="B0D5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6" name="attn_heatmap_18_17">
              <a:extLst>
                <a:ext uri="{FF2B5EF4-FFF2-40B4-BE49-F238E27FC236}">
                  <a16:creationId xmlns:a16="http://schemas.microsoft.com/office/drawing/2014/main" id="{1AF4FFD5-6A25-6CF7-EDA2-B63C2A5E5239}"/>
                </a:ext>
              </a:extLst>
            </p:cNvPr>
            <p:cNvSpPr/>
            <p:nvPr/>
          </p:nvSpPr>
          <p:spPr>
            <a:xfrm>
              <a:off x="16209742" y="5975509"/>
              <a:ext cx="59000" cy="57753"/>
            </a:xfrm>
            <a:prstGeom prst="rect">
              <a:avLst/>
            </a:prstGeom>
            <a:solidFill>
              <a:srgbClr val="87CF4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7" name="attn_heatmap_18_18">
              <a:extLst>
                <a:ext uri="{FF2B5EF4-FFF2-40B4-BE49-F238E27FC236}">
                  <a16:creationId xmlns:a16="http://schemas.microsoft.com/office/drawing/2014/main" id="{D369CD7E-4EAC-023C-7745-200A08BF53DB}"/>
                </a:ext>
              </a:extLst>
            </p:cNvPr>
            <p:cNvSpPr/>
            <p:nvPr/>
          </p:nvSpPr>
          <p:spPr>
            <a:xfrm>
              <a:off x="16268742" y="5975509"/>
              <a:ext cx="58999" cy="57753"/>
            </a:xfrm>
            <a:prstGeom prst="rect">
              <a:avLst/>
            </a:prstGeom>
            <a:solidFill>
              <a:srgbClr val="F5E82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8" name="attn_heatmap_18_19">
              <a:extLst>
                <a:ext uri="{FF2B5EF4-FFF2-40B4-BE49-F238E27FC236}">
                  <a16:creationId xmlns:a16="http://schemas.microsoft.com/office/drawing/2014/main" id="{923D7D5C-67A1-A845-940B-F2F958D3175C}"/>
                </a:ext>
              </a:extLst>
            </p:cNvPr>
            <p:cNvSpPr/>
            <p:nvPr/>
          </p:nvSpPr>
          <p:spPr>
            <a:xfrm>
              <a:off x="16327740" y="5975509"/>
              <a:ext cx="58999" cy="57753"/>
            </a:xfrm>
            <a:prstGeom prst="rect">
              <a:avLst/>
            </a:prstGeom>
            <a:solidFill>
              <a:srgbClr val="96D33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9" name="attn_heatmap_18_20">
              <a:extLst>
                <a:ext uri="{FF2B5EF4-FFF2-40B4-BE49-F238E27FC236}">
                  <a16:creationId xmlns:a16="http://schemas.microsoft.com/office/drawing/2014/main" id="{73C17182-0311-C60E-98B6-B6D233133428}"/>
                </a:ext>
              </a:extLst>
            </p:cNvPr>
            <p:cNvSpPr/>
            <p:nvPr/>
          </p:nvSpPr>
          <p:spPr>
            <a:xfrm>
              <a:off x="16386739" y="5975509"/>
              <a:ext cx="59000" cy="57753"/>
            </a:xfrm>
            <a:prstGeom prst="rect">
              <a:avLst/>
            </a:prstGeom>
            <a:solidFill>
              <a:srgbClr val="36B47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0" name="attn_heatmap_18_21">
              <a:extLst>
                <a:ext uri="{FF2B5EF4-FFF2-40B4-BE49-F238E27FC236}">
                  <a16:creationId xmlns:a16="http://schemas.microsoft.com/office/drawing/2014/main" id="{FF710565-179C-BF9B-8BF6-C60442C448D7}"/>
                </a:ext>
              </a:extLst>
            </p:cNvPr>
            <p:cNvSpPr/>
            <p:nvPr/>
          </p:nvSpPr>
          <p:spPr>
            <a:xfrm>
              <a:off x="16445739" y="5975509"/>
              <a:ext cx="58999" cy="57753"/>
            </a:xfrm>
            <a:prstGeom prst="rect">
              <a:avLst/>
            </a:prstGeom>
            <a:solidFill>
              <a:srgbClr val="AFD8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1" name="attn_heatmap_18_22">
              <a:extLst>
                <a:ext uri="{FF2B5EF4-FFF2-40B4-BE49-F238E27FC236}">
                  <a16:creationId xmlns:a16="http://schemas.microsoft.com/office/drawing/2014/main" id="{767ABCFB-FBAE-5996-2663-5705E525F735}"/>
                </a:ext>
              </a:extLst>
            </p:cNvPr>
            <p:cNvSpPr/>
            <p:nvPr/>
          </p:nvSpPr>
          <p:spPr>
            <a:xfrm>
              <a:off x="16504737" y="5975509"/>
              <a:ext cx="58999" cy="57753"/>
            </a:xfrm>
            <a:prstGeom prst="rect">
              <a:avLst/>
            </a:prstGeom>
            <a:solidFill>
              <a:srgbClr val="83CE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2" name="attn_heatmap_18_23">
              <a:extLst>
                <a:ext uri="{FF2B5EF4-FFF2-40B4-BE49-F238E27FC236}">
                  <a16:creationId xmlns:a16="http://schemas.microsoft.com/office/drawing/2014/main" id="{EFD34AE1-20DE-E0C9-6DB4-E68F0946EF7A}"/>
                </a:ext>
              </a:extLst>
            </p:cNvPr>
            <p:cNvSpPr/>
            <p:nvPr/>
          </p:nvSpPr>
          <p:spPr>
            <a:xfrm>
              <a:off x="16563736" y="5975509"/>
              <a:ext cx="59000" cy="57753"/>
            </a:xfrm>
            <a:prstGeom prst="rect">
              <a:avLst/>
            </a:prstGeom>
            <a:solidFill>
              <a:srgbClr val="86CE3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3" name="attn_heatmap_19_0">
              <a:extLst>
                <a:ext uri="{FF2B5EF4-FFF2-40B4-BE49-F238E27FC236}">
                  <a16:creationId xmlns:a16="http://schemas.microsoft.com/office/drawing/2014/main" id="{AE88748B-1C36-346E-6238-29830D7D43A7}"/>
                </a:ext>
              </a:extLst>
            </p:cNvPr>
            <p:cNvSpPr/>
            <p:nvPr/>
          </p:nvSpPr>
          <p:spPr>
            <a:xfrm>
              <a:off x="15206762" y="6033262"/>
              <a:ext cx="58999" cy="57752"/>
            </a:xfrm>
            <a:prstGeom prst="rect">
              <a:avLst/>
            </a:prstGeom>
            <a:solidFill>
              <a:srgbClr val="E1E54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4" name="attn_heatmap_19_1">
              <a:extLst>
                <a:ext uri="{FF2B5EF4-FFF2-40B4-BE49-F238E27FC236}">
                  <a16:creationId xmlns:a16="http://schemas.microsoft.com/office/drawing/2014/main" id="{624CD144-F12B-8144-150A-BC99B1735917}"/>
                </a:ext>
              </a:extLst>
            </p:cNvPr>
            <p:cNvSpPr/>
            <p:nvPr/>
          </p:nvSpPr>
          <p:spPr>
            <a:xfrm>
              <a:off x="15265760" y="6033262"/>
              <a:ext cx="58999" cy="57752"/>
            </a:xfrm>
            <a:prstGeom prst="rect">
              <a:avLst/>
            </a:prstGeom>
            <a:solidFill>
              <a:srgbClr val="AAD83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5" name="attn_heatmap_19_2">
              <a:extLst>
                <a:ext uri="{FF2B5EF4-FFF2-40B4-BE49-F238E27FC236}">
                  <a16:creationId xmlns:a16="http://schemas.microsoft.com/office/drawing/2014/main" id="{8DF06C56-0F14-029B-FF79-068101D9B194}"/>
                </a:ext>
              </a:extLst>
            </p:cNvPr>
            <p:cNvSpPr/>
            <p:nvPr/>
          </p:nvSpPr>
          <p:spPr>
            <a:xfrm>
              <a:off x="15324759" y="6033262"/>
              <a:ext cx="59000" cy="57752"/>
            </a:xfrm>
            <a:prstGeom prst="rect">
              <a:avLst/>
            </a:prstGeom>
            <a:solidFill>
              <a:srgbClr val="BADB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6" name="attn_heatmap_19_3">
              <a:extLst>
                <a:ext uri="{FF2B5EF4-FFF2-40B4-BE49-F238E27FC236}">
                  <a16:creationId xmlns:a16="http://schemas.microsoft.com/office/drawing/2014/main" id="{8FFB29D6-4FE1-9C8D-BFF3-624345A4495C}"/>
                </a:ext>
              </a:extLst>
            </p:cNvPr>
            <p:cNvSpPr/>
            <p:nvPr/>
          </p:nvSpPr>
          <p:spPr>
            <a:xfrm>
              <a:off x="15383759" y="6033262"/>
              <a:ext cx="58999" cy="57752"/>
            </a:xfrm>
            <a:prstGeom prst="rect">
              <a:avLst/>
            </a:prstGeom>
            <a:solidFill>
              <a:srgbClr val="D2DF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7" name="attn_heatmap_19_4">
              <a:extLst>
                <a:ext uri="{FF2B5EF4-FFF2-40B4-BE49-F238E27FC236}">
                  <a16:creationId xmlns:a16="http://schemas.microsoft.com/office/drawing/2014/main" id="{9A074301-D5A6-4759-3D4D-74DE6F60F89E}"/>
                </a:ext>
              </a:extLst>
            </p:cNvPr>
            <p:cNvSpPr/>
            <p:nvPr/>
          </p:nvSpPr>
          <p:spPr>
            <a:xfrm>
              <a:off x="15442757" y="6033262"/>
              <a:ext cx="58999" cy="57752"/>
            </a:xfrm>
            <a:prstGeom prst="rect">
              <a:avLst/>
            </a:prstGeom>
            <a:solidFill>
              <a:srgbClr val="BFDF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8" name="attn_heatmap_19_5">
              <a:extLst>
                <a:ext uri="{FF2B5EF4-FFF2-40B4-BE49-F238E27FC236}">
                  <a16:creationId xmlns:a16="http://schemas.microsoft.com/office/drawing/2014/main" id="{E7107EDE-C83D-0BBF-D03A-00575B8AF21B}"/>
                </a:ext>
              </a:extLst>
            </p:cNvPr>
            <p:cNvSpPr/>
            <p:nvPr/>
          </p:nvSpPr>
          <p:spPr>
            <a:xfrm>
              <a:off x="15501756" y="6033262"/>
              <a:ext cx="59000" cy="57752"/>
            </a:xfrm>
            <a:prstGeom prst="rect">
              <a:avLst/>
            </a:prstGeom>
            <a:solidFill>
              <a:srgbClr val="A1D83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9" name="attn_heatmap_19_6">
              <a:extLst>
                <a:ext uri="{FF2B5EF4-FFF2-40B4-BE49-F238E27FC236}">
                  <a16:creationId xmlns:a16="http://schemas.microsoft.com/office/drawing/2014/main" id="{591DAC16-187E-EE3F-AFE6-8E54C0226B4A}"/>
                </a:ext>
              </a:extLst>
            </p:cNvPr>
            <p:cNvSpPr/>
            <p:nvPr/>
          </p:nvSpPr>
          <p:spPr>
            <a:xfrm>
              <a:off x="15560754" y="6033262"/>
              <a:ext cx="59000" cy="57752"/>
            </a:xfrm>
            <a:prstGeom prst="rect">
              <a:avLst/>
            </a:prstGeom>
            <a:solidFill>
              <a:srgbClr val="CDDF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0" name="attn_heatmap_19_7">
              <a:extLst>
                <a:ext uri="{FF2B5EF4-FFF2-40B4-BE49-F238E27FC236}">
                  <a16:creationId xmlns:a16="http://schemas.microsoft.com/office/drawing/2014/main" id="{529675BC-6C23-FEDB-FA82-629781B911F6}"/>
                </a:ext>
              </a:extLst>
            </p:cNvPr>
            <p:cNvSpPr/>
            <p:nvPr/>
          </p:nvSpPr>
          <p:spPr>
            <a:xfrm>
              <a:off x="15619754" y="6033262"/>
              <a:ext cx="58999" cy="57752"/>
            </a:xfrm>
            <a:prstGeom prst="rect">
              <a:avLst/>
            </a:prstGeom>
            <a:solidFill>
              <a:srgbClr val="F6E7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1" name="attn_heatmap_19_8">
              <a:extLst>
                <a:ext uri="{FF2B5EF4-FFF2-40B4-BE49-F238E27FC236}">
                  <a16:creationId xmlns:a16="http://schemas.microsoft.com/office/drawing/2014/main" id="{97A2C843-708C-26AA-8ACB-92E06341A90E}"/>
                </a:ext>
              </a:extLst>
            </p:cNvPr>
            <p:cNvSpPr/>
            <p:nvPr/>
          </p:nvSpPr>
          <p:spPr>
            <a:xfrm>
              <a:off x="15678753" y="6033262"/>
              <a:ext cx="59000" cy="57752"/>
            </a:xfrm>
            <a:prstGeom prst="rect">
              <a:avLst/>
            </a:prstGeom>
            <a:solidFill>
              <a:srgbClr val="F1E8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2" name="attn_heatmap_19_9">
              <a:extLst>
                <a:ext uri="{FF2B5EF4-FFF2-40B4-BE49-F238E27FC236}">
                  <a16:creationId xmlns:a16="http://schemas.microsoft.com/office/drawing/2014/main" id="{9F5207BE-DA8E-1258-79D3-46B4CCF01000}"/>
                </a:ext>
              </a:extLst>
            </p:cNvPr>
            <p:cNvSpPr/>
            <p:nvPr/>
          </p:nvSpPr>
          <p:spPr>
            <a:xfrm>
              <a:off x="15737751" y="6033262"/>
              <a:ext cx="59000" cy="57752"/>
            </a:xfrm>
            <a:prstGeom prst="rect">
              <a:avLst/>
            </a:prstGeom>
            <a:solidFill>
              <a:srgbClr val="E8E6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3" name="attn_heatmap_19_10">
              <a:extLst>
                <a:ext uri="{FF2B5EF4-FFF2-40B4-BE49-F238E27FC236}">
                  <a16:creationId xmlns:a16="http://schemas.microsoft.com/office/drawing/2014/main" id="{D7627B95-59D0-FEEE-95B8-1436C4C2C47C}"/>
                </a:ext>
              </a:extLst>
            </p:cNvPr>
            <p:cNvSpPr/>
            <p:nvPr/>
          </p:nvSpPr>
          <p:spPr>
            <a:xfrm>
              <a:off x="15796751" y="6033262"/>
              <a:ext cx="58999" cy="57752"/>
            </a:xfrm>
            <a:prstGeom prst="rect">
              <a:avLst/>
            </a:prstGeom>
            <a:solidFill>
              <a:srgbClr val="DAE2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4" name="attn_heatmap_19_11">
              <a:extLst>
                <a:ext uri="{FF2B5EF4-FFF2-40B4-BE49-F238E27FC236}">
                  <a16:creationId xmlns:a16="http://schemas.microsoft.com/office/drawing/2014/main" id="{CAAFDC1C-A8BF-D0A3-8277-E4F49BBAE1B2}"/>
                </a:ext>
              </a:extLst>
            </p:cNvPr>
            <p:cNvSpPr/>
            <p:nvPr/>
          </p:nvSpPr>
          <p:spPr>
            <a:xfrm>
              <a:off x="15855748" y="6033262"/>
              <a:ext cx="59000" cy="57752"/>
            </a:xfrm>
            <a:prstGeom prst="rect">
              <a:avLst/>
            </a:prstGeom>
            <a:solidFill>
              <a:srgbClr val="F6E6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5" name="attn_heatmap_19_12">
              <a:extLst>
                <a:ext uri="{FF2B5EF4-FFF2-40B4-BE49-F238E27FC236}">
                  <a16:creationId xmlns:a16="http://schemas.microsoft.com/office/drawing/2014/main" id="{D7C89D4B-A772-94F0-FF81-C8BE6BC43DB2}"/>
                </a:ext>
              </a:extLst>
            </p:cNvPr>
            <p:cNvSpPr/>
            <p:nvPr/>
          </p:nvSpPr>
          <p:spPr>
            <a:xfrm>
              <a:off x="15914748" y="6033262"/>
              <a:ext cx="58999" cy="57752"/>
            </a:xfrm>
            <a:prstGeom prst="rect">
              <a:avLst/>
            </a:prstGeom>
            <a:solidFill>
              <a:srgbClr val="CEDF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6" name="attn_heatmap_19_13">
              <a:extLst>
                <a:ext uri="{FF2B5EF4-FFF2-40B4-BE49-F238E27FC236}">
                  <a16:creationId xmlns:a16="http://schemas.microsoft.com/office/drawing/2014/main" id="{8287A9F0-480D-B714-D2C2-FD475EC1CBB2}"/>
                </a:ext>
              </a:extLst>
            </p:cNvPr>
            <p:cNvSpPr/>
            <p:nvPr/>
          </p:nvSpPr>
          <p:spPr>
            <a:xfrm>
              <a:off x="15973747" y="6033262"/>
              <a:ext cx="59000" cy="57752"/>
            </a:xfrm>
            <a:prstGeom prst="rect">
              <a:avLst/>
            </a:prstGeom>
            <a:solidFill>
              <a:srgbClr val="9AD4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7" name="attn_heatmap_19_14">
              <a:extLst>
                <a:ext uri="{FF2B5EF4-FFF2-40B4-BE49-F238E27FC236}">
                  <a16:creationId xmlns:a16="http://schemas.microsoft.com/office/drawing/2014/main" id="{8AD7ED63-E618-36AB-D879-C2CD7FDCFAAB}"/>
                </a:ext>
              </a:extLst>
            </p:cNvPr>
            <p:cNvSpPr/>
            <p:nvPr/>
          </p:nvSpPr>
          <p:spPr>
            <a:xfrm>
              <a:off x="16032745" y="6033262"/>
              <a:ext cx="59000" cy="57752"/>
            </a:xfrm>
            <a:prstGeom prst="rect">
              <a:avLst/>
            </a:prstGeom>
            <a:solidFill>
              <a:srgbClr val="D6E2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8" name="attn_heatmap_19_15">
              <a:extLst>
                <a:ext uri="{FF2B5EF4-FFF2-40B4-BE49-F238E27FC236}">
                  <a16:creationId xmlns:a16="http://schemas.microsoft.com/office/drawing/2014/main" id="{9EE57096-D30A-04C4-D346-8818D62E794A}"/>
                </a:ext>
              </a:extLst>
            </p:cNvPr>
            <p:cNvSpPr/>
            <p:nvPr/>
          </p:nvSpPr>
          <p:spPr>
            <a:xfrm>
              <a:off x="16091745" y="6033262"/>
              <a:ext cx="58999" cy="57752"/>
            </a:xfrm>
            <a:prstGeom prst="rect">
              <a:avLst/>
            </a:prstGeom>
            <a:solidFill>
              <a:srgbClr val="DFE4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9" name="attn_heatmap_19_16">
              <a:extLst>
                <a:ext uri="{FF2B5EF4-FFF2-40B4-BE49-F238E27FC236}">
                  <a16:creationId xmlns:a16="http://schemas.microsoft.com/office/drawing/2014/main" id="{8DEB1EF5-7B1D-B4CD-126B-592CF56FAA7C}"/>
                </a:ext>
              </a:extLst>
            </p:cNvPr>
            <p:cNvSpPr/>
            <p:nvPr/>
          </p:nvSpPr>
          <p:spPr>
            <a:xfrm>
              <a:off x="16150744" y="6033262"/>
              <a:ext cx="59000" cy="57752"/>
            </a:xfrm>
            <a:prstGeom prst="rect">
              <a:avLst/>
            </a:prstGeom>
            <a:solidFill>
              <a:srgbClr val="CDDF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0" name="attn_heatmap_19_17">
              <a:extLst>
                <a:ext uri="{FF2B5EF4-FFF2-40B4-BE49-F238E27FC236}">
                  <a16:creationId xmlns:a16="http://schemas.microsoft.com/office/drawing/2014/main" id="{857F4C16-732D-8797-7146-ADAB6878BC9E}"/>
                </a:ext>
              </a:extLst>
            </p:cNvPr>
            <p:cNvSpPr/>
            <p:nvPr/>
          </p:nvSpPr>
          <p:spPr>
            <a:xfrm>
              <a:off x="16209742" y="6033262"/>
              <a:ext cx="59000" cy="57752"/>
            </a:xfrm>
            <a:prstGeom prst="rect">
              <a:avLst/>
            </a:prstGeom>
            <a:solidFill>
              <a:srgbClr val="E9E3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1" name="attn_heatmap_19_18">
              <a:extLst>
                <a:ext uri="{FF2B5EF4-FFF2-40B4-BE49-F238E27FC236}">
                  <a16:creationId xmlns:a16="http://schemas.microsoft.com/office/drawing/2014/main" id="{6226444C-50CB-1BA1-2DEF-5B98453F4A66}"/>
                </a:ext>
              </a:extLst>
            </p:cNvPr>
            <p:cNvSpPr/>
            <p:nvPr/>
          </p:nvSpPr>
          <p:spPr>
            <a:xfrm>
              <a:off x="16268742" y="6033262"/>
              <a:ext cx="58999" cy="57752"/>
            </a:xfrm>
            <a:prstGeom prst="rect">
              <a:avLst/>
            </a:prstGeom>
            <a:solidFill>
              <a:srgbClr val="91D54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2" name="attn_heatmap_19_19">
              <a:extLst>
                <a:ext uri="{FF2B5EF4-FFF2-40B4-BE49-F238E27FC236}">
                  <a16:creationId xmlns:a16="http://schemas.microsoft.com/office/drawing/2014/main" id="{9AB37144-2361-493F-EB63-569AAC78AADD}"/>
                </a:ext>
              </a:extLst>
            </p:cNvPr>
            <p:cNvSpPr/>
            <p:nvPr/>
          </p:nvSpPr>
          <p:spPr>
            <a:xfrm>
              <a:off x="16327740" y="6033262"/>
              <a:ext cx="58999" cy="57752"/>
            </a:xfrm>
            <a:prstGeom prst="rect">
              <a:avLst/>
            </a:prstGeom>
            <a:solidFill>
              <a:srgbClr val="F5E8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3" name="attn_heatmap_19_20">
              <a:extLst>
                <a:ext uri="{FF2B5EF4-FFF2-40B4-BE49-F238E27FC236}">
                  <a16:creationId xmlns:a16="http://schemas.microsoft.com/office/drawing/2014/main" id="{484346BE-212B-9F77-779B-F8BB8B1487AD}"/>
                </a:ext>
              </a:extLst>
            </p:cNvPr>
            <p:cNvSpPr/>
            <p:nvPr/>
          </p:nvSpPr>
          <p:spPr>
            <a:xfrm>
              <a:off x="16386739" y="6033262"/>
              <a:ext cx="59000" cy="57752"/>
            </a:xfrm>
            <a:prstGeom prst="rect">
              <a:avLst/>
            </a:prstGeom>
            <a:solidFill>
              <a:srgbClr val="79CD4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4" name="attn_heatmap_19_21">
              <a:extLst>
                <a:ext uri="{FF2B5EF4-FFF2-40B4-BE49-F238E27FC236}">
                  <a16:creationId xmlns:a16="http://schemas.microsoft.com/office/drawing/2014/main" id="{8A8ECA66-9577-91BA-8819-908D2116772A}"/>
                </a:ext>
              </a:extLst>
            </p:cNvPr>
            <p:cNvSpPr/>
            <p:nvPr/>
          </p:nvSpPr>
          <p:spPr>
            <a:xfrm>
              <a:off x="16445739" y="6033262"/>
              <a:ext cx="58999" cy="57752"/>
            </a:xfrm>
            <a:prstGeom prst="rect">
              <a:avLst/>
            </a:prstGeom>
            <a:solidFill>
              <a:srgbClr val="E9E3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5" name="attn_heatmap_19_22">
              <a:extLst>
                <a:ext uri="{FF2B5EF4-FFF2-40B4-BE49-F238E27FC236}">
                  <a16:creationId xmlns:a16="http://schemas.microsoft.com/office/drawing/2014/main" id="{0A831CB9-73F5-D411-EEBB-F158E6282CD8}"/>
                </a:ext>
              </a:extLst>
            </p:cNvPr>
            <p:cNvSpPr/>
            <p:nvPr/>
          </p:nvSpPr>
          <p:spPr>
            <a:xfrm>
              <a:off x="16504737" y="6033262"/>
              <a:ext cx="58999" cy="57752"/>
            </a:xfrm>
            <a:prstGeom prst="rect">
              <a:avLst/>
            </a:prstGeom>
            <a:solidFill>
              <a:srgbClr val="C2E0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6" name="attn_heatmap_19_23">
              <a:extLst>
                <a:ext uri="{FF2B5EF4-FFF2-40B4-BE49-F238E27FC236}">
                  <a16:creationId xmlns:a16="http://schemas.microsoft.com/office/drawing/2014/main" id="{DDDC5AE3-475D-5171-13A8-F0041516819B}"/>
                </a:ext>
              </a:extLst>
            </p:cNvPr>
            <p:cNvSpPr/>
            <p:nvPr/>
          </p:nvSpPr>
          <p:spPr>
            <a:xfrm>
              <a:off x="16563736" y="6033262"/>
              <a:ext cx="59000" cy="57752"/>
            </a:xfrm>
            <a:prstGeom prst="rect">
              <a:avLst/>
            </a:prstGeom>
            <a:solidFill>
              <a:srgbClr val="D3E1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7" name="attn_heatmap_20_0">
              <a:extLst>
                <a:ext uri="{FF2B5EF4-FFF2-40B4-BE49-F238E27FC236}">
                  <a16:creationId xmlns:a16="http://schemas.microsoft.com/office/drawing/2014/main" id="{39680EA4-D28A-DC90-F8B2-3D4E15D323B9}"/>
                </a:ext>
              </a:extLst>
            </p:cNvPr>
            <p:cNvSpPr/>
            <p:nvPr/>
          </p:nvSpPr>
          <p:spPr>
            <a:xfrm>
              <a:off x="15206762" y="6091014"/>
              <a:ext cx="58999" cy="57753"/>
            </a:xfrm>
            <a:prstGeom prst="rect">
              <a:avLst/>
            </a:prstGeom>
            <a:solidFill>
              <a:srgbClr val="69C86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8" name="attn_heatmap_20_1">
              <a:extLst>
                <a:ext uri="{FF2B5EF4-FFF2-40B4-BE49-F238E27FC236}">
                  <a16:creationId xmlns:a16="http://schemas.microsoft.com/office/drawing/2014/main" id="{FEB469BA-9C7C-98BB-D5AD-5420886A1EE7}"/>
                </a:ext>
              </a:extLst>
            </p:cNvPr>
            <p:cNvSpPr/>
            <p:nvPr/>
          </p:nvSpPr>
          <p:spPr>
            <a:xfrm>
              <a:off x="15265760" y="6091014"/>
              <a:ext cx="58999" cy="57753"/>
            </a:xfrm>
            <a:prstGeom prst="rect">
              <a:avLst/>
            </a:prstGeom>
            <a:solidFill>
              <a:srgbClr val="97DB4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9" name="attn_heatmap_20_2">
              <a:extLst>
                <a:ext uri="{FF2B5EF4-FFF2-40B4-BE49-F238E27FC236}">
                  <a16:creationId xmlns:a16="http://schemas.microsoft.com/office/drawing/2014/main" id="{899292D3-6862-169E-98DE-F6C0A5538F3C}"/>
                </a:ext>
              </a:extLst>
            </p:cNvPr>
            <p:cNvSpPr/>
            <p:nvPr/>
          </p:nvSpPr>
          <p:spPr>
            <a:xfrm>
              <a:off x="15324759" y="6091014"/>
              <a:ext cx="59000" cy="57753"/>
            </a:xfrm>
            <a:prstGeom prst="rect">
              <a:avLst/>
            </a:prstGeom>
            <a:solidFill>
              <a:srgbClr val="61C65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0" name="attn_heatmap_20_3">
              <a:extLst>
                <a:ext uri="{FF2B5EF4-FFF2-40B4-BE49-F238E27FC236}">
                  <a16:creationId xmlns:a16="http://schemas.microsoft.com/office/drawing/2014/main" id="{78B048F2-A7F5-7050-30DC-9DDCA0ADD3D6}"/>
                </a:ext>
              </a:extLst>
            </p:cNvPr>
            <p:cNvSpPr/>
            <p:nvPr/>
          </p:nvSpPr>
          <p:spPr>
            <a:xfrm>
              <a:off x="15383759" y="6091014"/>
              <a:ext cx="58999" cy="57753"/>
            </a:xfrm>
            <a:prstGeom prst="rect">
              <a:avLst/>
            </a:prstGeom>
            <a:solidFill>
              <a:srgbClr val="76D04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1" name="attn_heatmap_20_4">
              <a:extLst>
                <a:ext uri="{FF2B5EF4-FFF2-40B4-BE49-F238E27FC236}">
                  <a16:creationId xmlns:a16="http://schemas.microsoft.com/office/drawing/2014/main" id="{AA438A81-B2EA-561B-EE03-952ACE2EF09F}"/>
                </a:ext>
              </a:extLst>
            </p:cNvPr>
            <p:cNvSpPr/>
            <p:nvPr/>
          </p:nvSpPr>
          <p:spPr>
            <a:xfrm>
              <a:off x="15442757" y="6091014"/>
              <a:ext cx="58999" cy="57753"/>
            </a:xfrm>
            <a:prstGeom prst="rect">
              <a:avLst/>
            </a:prstGeom>
            <a:solidFill>
              <a:srgbClr val="60C86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2" name="attn_heatmap_20_5">
              <a:extLst>
                <a:ext uri="{FF2B5EF4-FFF2-40B4-BE49-F238E27FC236}">
                  <a16:creationId xmlns:a16="http://schemas.microsoft.com/office/drawing/2014/main" id="{02F7F611-E4C6-2E93-C63B-F4453B4CB053}"/>
                </a:ext>
              </a:extLst>
            </p:cNvPr>
            <p:cNvSpPr/>
            <p:nvPr/>
          </p:nvSpPr>
          <p:spPr>
            <a:xfrm>
              <a:off x="15501756" y="6091014"/>
              <a:ext cx="59000" cy="57753"/>
            </a:xfrm>
            <a:prstGeom prst="rect">
              <a:avLst/>
            </a:prstGeom>
            <a:solidFill>
              <a:srgbClr val="4EBC6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3" name="attn_heatmap_20_6">
              <a:extLst>
                <a:ext uri="{FF2B5EF4-FFF2-40B4-BE49-F238E27FC236}">
                  <a16:creationId xmlns:a16="http://schemas.microsoft.com/office/drawing/2014/main" id="{00F44C9B-5D8A-143B-0657-1B4F7BE57730}"/>
                </a:ext>
              </a:extLst>
            </p:cNvPr>
            <p:cNvSpPr/>
            <p:nvPr/>
          </p:nvSpPr>
          <p:spPr>
            <a:xfrm>
              <a:off x="15560754" y="6091014"/>
              <a:ext cx="59000" cy="57753"/>
            </a:xfrm>
            <a:prstGeom prst="rect">
              <a:avLst/>
            </a:prstGeom>
            <a:solidFill>
              <a:srgbClr val="5DC65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4" name="attn_heatmap_20_7">
              <a:extLst>
                <a:ext uri="{FF2B5EF4-FFF2-40B4-BE49-F238E27FC236}">
                  <a16:creationId xmlns:a16="http://schemas.microsoft.com/office/drawing/2014/main" id="{B380C40E-8652-1524-5FF0-B3C174964796}"/>
                </a:ext>
              </a:extLst>
            </p:cNvPr>
            <p:cNvSpPr/>
            <p:nvPr/>
          </p:nvSpPr>
          <p:spPr>
            <a:xfrm>
              <a:off x="15619754" y="6091014"/>
              <a:ext cx="58999" cy="57753"/>
            </a:xfrm>
            <a:prstGeom prst="rect">
              <a:avLst/>
            </a:prstGeom>
            <a:solidFill>
              <a:srgbClr val="72CC5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5" name="attn_heatmap_20_8">
              <a:extLst>
                <a:ext uri="{FF2B5EF4-FFF2-40B4-BE49-F238E27FC236}">
                  <a16:creationId xmlns:a16="http://schemas.microsoft.com/office/drawing/2014/main" id="{43948837-216F-506E-8CED-7CFF10604A35}"/>
                </a:ext>
              </a:extLst>
            </p:cNvPr>
            <p:cNvSpPr/>
            <p:nvPr/>
          </p:nvSpPr>
          <p:spPr>
            <a:xfrm>
              <a:off x="15678753" y="6091014"/>
              <a:ext cx="59000" cy="57753"/>
            </a:xfrm>
            <a:prstGeom prst="rect">
              <a:avLst/>
            </a:prstGeom>
            <a:solidFill>
              <a:srgbClr val="73CD5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6" name="attn_heatmap_20_9">
              <a:extLst>
                <a:ext uri="{FF2B5EF4-FFF2-40B4-BE49-F238E27FC236}">
                  <a16:creationId xmlns:a16="http://schemas.microsoft.com/office/drawing/2014/main" id="{74365742-2291-0734-0B3A-B4E7185A5A02}"/>
                </a:ext>
              </a:extLst>
            </p:cNvPr>
            <p:cNvSpPr/>
            <p:nvPr/>
          </p:nvSpPr>
          <p:spPr>
            <a:xfrm>
              <a:off x="15737751" y="6091014"/>
              <a:ext cx="59000" cy="57753"/>
            </a:xfrm>
            <a:prstGeom prst="rect">
              <a:avLst/>
            </a:prstGeom>
            <a:solidFill>
              <a:srgbClr val="69CA5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7" name="attn_heatmap_20_10">
              <a:extLst>
                <a:ext uri="{FF2B5EF4-FFF2-40B4-BE49-F238E27FC236}">
                  <a16:creationId xmlns:a16="http://schemas.microsoft.com/office/drawing/2014/main" id="{4613ABB2-B316-2ED2-645E-BB69F8A1ECAD}"/>
                </a:ext>
              </a:extLst>
            </p:cNvPr>
            <p:cNvSpPr/>
            <p:nvPr/>
          </p:nvSpPr>
          <p:spPr>
            <a:xfrm>
              <a:off x="15796751" y="6091014"/>
              <a:ext cx="58999" cy="57753"/>
            </a:xfrm>
            <a:prstGeom prst="rect">
              <a:avLst/>
            </a:prstGeom>
            <a:solidFill>
              <a:srgbClr val="7ED24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8" name="attn_heatmap_20_11">
              <a:extLst>
                <a:ext uri="{FF2B5EF4-FFF2-40B4-BE49-F238E27FC236}">
                  <a16:creationId xmlns:a16="http://schemas.microsoft.com/office/drawing/2014/main" id="{D9DD0E67-AB90-9FCC-77C1-433B9FE9854F}"/>
                </a:ext>
              </a:extLst>
            </p:cNvPr>
            <p:cNvSpPr/>
            <p:nvPr/>
          </p:nvSpPr>
          <p:spPr>
            <a:xfrm>
              <a:off x="15855748" y="6091014"/>
              <a:ext cx="59000" cy="57753"/>
            </a:xfrm>
            <a:prstGeom prst="rect">
              <a:avLst/>
            </a:prstGeom>
            <a:solidFill>
              <a:srgbClr val="6ACB5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9" name="attn_heatmap_20_12">
              <a:extLst>
                <a:ext uri="{FF2B5EF4-FFF2-40B4-BE49-F238E27FC236}">
                  <a16:creationId xmlns:a16="http://schemas.microsoft.com/office/drawing/2014/main" id="{958B9E76-539C-4392-2D63-D29AF25D2E2D}"/>
                </a:ext>
              </a:extLst>
            </p:cNvPr>
            <p:cNvSpPr/>
            <p:nvPr/>
          </p:nvSpPr>
          <p:spPr>
            <a:xfrm>
              <a:off x="15914748" y="6091014"/>
              <a:ext cx="58999" cy="57753"/>
            </a:xfrm>
            <a:prstGeom prst="rect">
              <a:avLst/>
            </a:prstGeom>
            <a:solidFill>
              <a:srgbClr val="66C95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0" name="attn_heatmap_20_13">
              <a:extLst>
                <a:ext uri="{FF2B5EF4-FFF2-40B4-BE49-F238E27FC236}">
                  <a16:creationId xmlns:a16="http://schemas.microsoft.com/office/drawing/2014/main" id="{DBB18DDB-E85D-99EE-44A3-004D6DF0D5EA}"/>
                </a:ext>
              </a:extLst>
            </p:cNvPr>
            <p:cNvSpPr/>
            <p:nvPr/>
          </p:nvSpPr>
          <p:spPr>
            <a:xfrm>
              <a:off x="15973747" y="6091014"/>
              <a:ext cx="59000" cy="57753"/>
            </a:xfrm>
            <a:prstGeom prst="rect">
              <a:avLst/>
            </a:prstGeom>
            <a:solidFill>
              <a:srgbClr val="4CC26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1" name="attn_heatmap_20_14">
              <a:extLst>
                <a:ext uri="{FF2B5EF4-FFF2-40B4-BE49-F238E27FC236}">
                  <a16:creationId xmlns:a16="http://schemas.microsoft.com/office/drawing/2014/main" id="{8D5F59A0-1511-08AC-F49E-C71FD35DC7B7}"/>
                </a:ext>
              </a:extLst>
            </p:cNvPr>
            <p:cNvSpPr/>
            <p:nvPr/>
          </p:nvSpPr>
          <p:spPr>
            <a:xfrm>
              <a:off x="16032745" y="6091014"/>
              <a:ext cx="59000" cy="57753"/>
            </a:xfrm>
            <a:prstGeom prst="rect">
              <a:avLst/>
            </a:prstGeom>
            <a:solidFill>
              <a:srgbClr val="74CC5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2" name="attn_heatmap_20_15">
              <a:extLst>
                <a:ext uri="{FF2B5EF4-FFF2-40B4-BE49-F238E27FC236}">
                  <a16:creationId xmlns:a16="http://schemas.microsoft.com/office/drawing/2014/main" id="{1027D553-E2D6-DD2D-4A49-DFAE1E7DB578}"/>
                </a:ext>
              </a:extLst>
            </p:cNvPr>
            <p:cNvSpPr/>
            <p:nvPr/>
          </p:nvSpPr>
          <p:spPr>
            <a:xfrm>
              <a:off x="16091745" y="6091014"/>
              <a:ext cx="58999" cy="57753"/>
            </a:xfrm>
            <a:prstGeom prst="rect">
              <a:avLst/>
            </a:prstGeom>
            <a:solidFill>
              <a:srgbClr val="6FCB5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3" name="attn_heatmap_20_16">
              <a:extLst>
                <a:ext uri="{FF2B5EF4-FFF2-40B4-BE49-F238E27FC236}">
                  <a16:creationId xmlns:a16="http://schemas.microsoft.com/office/drawing/2014/main" id="{66CD4A72-D735-094F-5818-A0E5EFFFF5ED}"/>
                </a:ext>
              </a:extLst>
            </p:cNvPr>
            <p:cNvSpPr/>
            <p:nvPr/>
          </p:nvSpPr>
          <p:spPr>
            <a:xfrm>
              <a:off x="16150744" y="6091014"/>
              <a:ext cx="59000" cy="57753"/>
            </a:xfrm>
            <a:prstGeom prst="rect">
              <a:avLst/>
            </a:prstGeom>
            <a:solidFill>
              <a:srgbClr val="59C55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4" name="attn_heatmap_20_17">
              <a:extLst>
                <a:ext uri="{FF2B5EF4-FFF2-40B4-BE49-F238E27FC236}">
                  <a16:creationId xmlns:a16="http://schemas.microsoft.com/office/drawing/2014/main" id="{698CEA9B-91FA-D523-6495-FE9A0A1A80FC}"/>
                </a:ext>
              </a:extLst>
            </p:cNvPr>
            <p:cNvSpPr/>
            <p:nvPr/>
          </p:nvSpPr>
          <p:spPr>
            <a:xfrm>
              <a:off x="16209742" y="6091014"/>
              <a:ext cx="59000" cy="57753"/>
            </a:xfrm>
            <a:prstGeom prst="rect">
              <a:avLst/>
            </a:prstGeom>
            <a:solidFill>
              <a:srgbClr val="68C95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5" name="attn_heatmap_20_18">
              <a:extLst>
                <a:ext uri="{FF2B5EF4-FFF2-40B4-BE49-F238E27FC236}">
                  <a16:creationId xmlns:a16="http://schemas.microsoft.com/office/drawing/2014/main" id="{B0E2787C-8406-A4C2-63C0-76B525F3FF16}"/>
                </a:ext>
              </a:extLst>
            </p:cNvPr>
            <p:cNvSpPr/>
            <p:nvPr/>
          </p:nvSpPr>
          <p:spPr>
            <a:xfrm>
              <a:off x="16268742" y="6091014"/>
              <a:ext cx="58999" cy="57753"/>
            </a:xfrm>
            <a:prstGeom prst="rect">
              <a:avLst/>
            </a:prstGeom>
            <a:solidFill>
              <a:srgbClr val="32B57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6" name="attn_heatmap_20_19">
              <a:extLst>
                <a:ext uri="{FF2B5EF4-FFF2-40B4-BE49-F238E27FC236}">
                  <a16:creationId xmlns:a16="http://schemas.microsoft.com/office/drawing/2014/main" id="{F23906C6-5799-D237-CB6F-E2C7A8A2821B}"/>
                </a:ext>
              </a:extLst>
            </p:cNvPr>
            <p:cNvSpPr/>
            <p:nvPr/>
          </p:nvSpPr>
          <p:spPr>
            <a:xfrm>
              <a:off x="16327740" y="6091014"/>
              <a:ext cx="58999" cy="57753"/>
            </a:xfrm>
            <a:prstGeom prst="rect">
              <a:avLst/>
            </a:prstGeom>
            <a:solidFill>
              <a:srgbClr val="76CE5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7" name="attn_heatmap_20_20">
              <a:extLst>
                <a:ext uri="{FF2B5EF4-FFF2-40B4-BE49-F238E27FC236}">
                  <a16:creationId xmlns:a16="http://schemas.microsoft.com/office/drawing/2014/main" id="{2916D5FB-904E-46F7-FC23-5D4CB2714EB6}"/>
                </a:ext>
              </a:extLst>
            </p:cNvPr>
            <p:cNvSpPr/>
            <p:nvPr/>
          </p:nvSpPr>
          <p:spPr>
            <a:xfrm>
              <a:off x="16386739" y="6091014"/>
              <a:ext cx="59000" cy="57753"/>
            </a:xfrm>
            <a:prstGeom prst="rect">
              <a:avLst/>
            </a:prstGeom>
            <a:solidFill>
              <a:srgbClr val="E9E93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8" name="attn_heatmap_20_21">
              <a:extLst>
                <a:ext uri="{FF2B5EF4-FFF2-40B4-BE49-F238E27FC236}">
                  <a16:creationId xmlns:a16="http://schemas.microsoft.com/office/drawing/2014/main" id="{F355E3C7-B09F-8619-4DCA-B9041E3D208E}"/>
                </a:ext>
              </a:extLst>
            </p:cNvPr>
            <p:cNvSpPr/>
            <p:nvPr/>
          </p:nvSpPr>
          <p:spPr>
            <a:xfrm>
              <a:off x="16445739" y="6091014"/>
              <a:ext cx="58999" cy="57753"/>
            </a:xfrm>
            <a:prstGeom prst="rect">
              <a:avLst/>
            </a:prstGeom>
            <a:solidFill>
              <a:srgbClr val="7ACD5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9" name="attn_heatmap_20_22">
              <a:extLst>
                <a:ext uri="{FF2B5EF4-FFF2-40B4-BE49-F238E27FC236}">
                  <a16:creationId xmlns:a16="http://schemas.microsoft.com/office/drawing/2014/main" id="{62197422-55B1-9850-970D-A2038AB04195}"/>
                </a:ext>
              </a:extLst>
            </p:cNvPr>
            <p:cNvSpPr/>
            <p:nvPr/>
          </p:nvSpPr>
          <p:spPr>
            <a:xfrm>
              <a:off x="16504737" y="6091014"/>
              <a:ext cx="58999" cy="57753"/>
            </a:xfrm>
            <a:prstGeom prst="rect">
              <a:avLst/>
            </a:prstGeom>
            <a:solidFill>
              <a:srgbClr val="6BCB5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0" name="attn_heatmap_20_23">
              <a:extLst>
                <a:ext uri="{FF2B5EF4-FFF2-40B4-BE49-F238E27FC236}">
                  <a16:creationId xmlns:a16="http://schemas.microsoft.com/office/drawing/2014/main" id="{D6587DED-61CC-4A1D-A58A-93E4CA4AA9FD}"/>
                </a:ext>
              </a:extLst>
            </p:cNvPr>
            <p:cNvSpPr/>
            <p:nvPr/>
          </p:nvSpPr>
          <p:spPr>
            <a:xfrm>
              <a:off x="16563736" y="6091014"/>
              <a:ext cx="59000" cy="57753"/>
            </a:xfrm>
            <a:prstGeom prst="rect">
              <a:avLst/>
            </a:prstGeom>
            <a:solidFill>
              <a:srgbClr val="5DC56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1" name="attn_heatmap_21_0">
              <a:extLst>
                <a:ext uri="{FF2B5EF4-FFF2-40B4-BE49-F238E27FC236}">
                  <a16:creationId xmlns:a16="http://schemas.microsoft.com/office/drawing/2014/main" id="{65340AA2-BCC0-0918-BBB0-74F86B1E6799}"/>
                </a:ext>
              </a:extLst>
            </p:cNvPr>
            <p:cNvSpPr/>
            <p:nvPr/>
          </p:nvSpPr>
          <p:spPr>
            <a:xfrm>
              <a:off x="15206762" y="6148767"/>
              <a:ext cx="58999" cy="57752"/>
            </a:xfrm>
            <a:prstGeom prst="rect">
              <a:avLst/>
            </a:prstGeom>
            <a:solidFill>
              <a:srgbClr val="E3E336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2" name="attn_heatmap_21_1">
              <a:extLst>
                <a:ext uri="{FF2B5EF4-FFF2-40B4-BE49-F238E27FC236}">
                  <a16:creationId xmlns:a16="http://schemas.microsoft.com/office/drawing/2014/main" id="{A8433824-2CF8-2782-D393-A5D5693E3A55}"/>
                </a:ext>
              </a:extLst>
            </p:cNvPr>
            <p:cNvSpPr/>
            <p:nvPr/>
          </p:nvSpPr>
          <p:spPr>
            <a:xfrm>
              <a:off x="15265760" y="6148767"/>
              <a:ext cx="58999" cy="57752"/>
            </a:xfrm>
            <a:prstGeom prst="rect">
              <a:avLst/>
            </a:prstGeom>
            <a:solidFill>
              <a:srgbClr val="AADA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3" name="attn_heatmap_21_2">
              <a:extLst>
                <a:ext uri="{FF2B5EF4-FFF2-40B4-BE49-F238E27FC236}">
                  <a16:creationId xmlns:a16="http://schemas.microsoft.com/office/drawing/2014/main" id="{17B08B60-3267-7371-55D1-80E7BA550DF4}"/>
                </a:ext>
              </a:extLst>
            </p:cNvPr>
            <p:cNvSpPr/>
            <p:nvPr/>
          </p:nvSpPr>
          <p:spPr>
            <a:xfrm>
              <a:off x="15324759" y="6148767"/>
              <a:ext cx="59000" cy="57752"/>
            </a:xfrm>
            <a:prstGeom prst="rect">
              <a:avLst/>
            </a:prstGeom>
            <a:solidFill>
              <a:srgbClr val="BCDE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4" name="attn_heatmap_21_3">
              <a:extLst>
                <a:ext uri="{FF2B5EF4-FFF2-40B4-BE49-F238E27FC236}">
                  <a16:creationId xmlns:a16="http://schemas.microsoft.com/office/drawing/2014/main" id="{F31653C0-7F30-E669-0DFE-7801E15899B5}"/>
                </a:ext>
              </a:extLst>
            </p:cNvPr>
            <p:cNvSpPr/>
            <p:nvPr/>
          </p:nvSpPr>
          <p:spPr>
            <a:xfrm>
              <a:off x="15383759" y="6148767"/>
              <a:ext cx="58999" cy="57752"/>
            </a:xfrm>
            <a:prstGeom prst="rect">
              <a:avLst/>
            </a:prstGeom>
            <a:solidFill>
              <a:srgbClr val="CBE0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5" name="attn_heatmap_21_4">
              <a:extLst>
                <a:ext uri="{FF2B5EF4-FFF2-40B4-BE49-F238E27FC236}">
                  <a16:creationId xmlns:a16="http://schemas.microsoft.com/office/drawing/2014/main" id="{E4D5EC9B-E555-2BB0-539A-9E99A3819402}"/>
                </a:ext>
              </a:extLst>
            </p:cNvPr>
            <p:cNvSpPr/>
            <p:nvPr/>
          </p:nvSpPr>
          <p:spPr>
            <a:xfrm>
              <a:off x="15442757" y="6148767"/>
              <a:ext cx="58999" cy="57752"/>
            </a:xfrm>
            <a:prstGeom prst="rect">
              <a:avLst/>
            </a:prstGeom>
            <a:solidFill>
              <a:srgbClr val="E2E2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6" name="attn_heatmap_21_5">
              <a:extLst>
                <a:ext uri="{FF2B5EF4-FFF2-40B4-BE49-F238E27FC236}">
                  <a16:creationId xmlns:a16="http://schemas.microsoft.com/office/drawing/2014/main" id="{0E8C9C15-B46B-FC76-E846-2138ACEE635A}"/>
                </a:ext>
              </a:extLst>
            </p:cNvPr>
            <p:cNvSpPr/>
            <p:nvPr/>
          </p:nvSpPr>
          <p:spPr>
            <a:xfrm>
              <a:off x="15501756" y="6148767"/>
              <a:ext cx="59000" cy="57752"/>
            </a:xfrm>
            <a:prstGeom prst="rect">
              <a:avLst/>
            </a:prstGeom>
            <a:solidFill>
              <a:srgbClr val="C0DC2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7" name="attn_heatmap_21_6">
              <a:extLst>
                <a:ext uri="{FF2B5EF4-FFF2-40B4-BE49-F238E27FC236}">
                  <a16:creationId xmlns:a16="http://schemas.microsoft.com/office/drawing/2014/main" id="{FD204D63-0225-1ABC-267E-8664279785B2}"/>
                </a:ext>
              </a:extLst>
            </p:cNvPr>
            <p:cNvSpPr/>
            <p:nvPr/>
          </p:nvSpPr>
          <p:spPr>
            <a:xfrm>
              <a:off x="15560754" y="6148767"/>
              <a:ext cx="59000" cy="57752"/>
            </a:xfrm>
            <a:prstGeom prst="rect">
              <a:avLst/>
            </a:prstGeom>
            <a:solidFill>
              <a:srgbClr val="E1E1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" name="attn_heatmap_21_7">
              <a:extLst>
                <a:ext uri="{FF2B5EF4-FFF2-40B4-BE49-F238E27FC236}">
                  <a16:creationId xmlns:a16="http://schemas.microsoft.com/office/drawing/2014/main" id="{5F461208-82C0-3AF4-C343-D03E924D483D}"/>
                </a:ext>
              </a:extLst>
            </p:cNvPr>
            <p:cNvSpPr/>
            <p:nvPr/>
          </p:nvSpPr>
          <p:spPr>
            <a:xfrm>
              <a:off x="15619754" y="6148767"/>
              <a:ext cx="58999" cy="57752"/>
            </a:xfrm>
            <a:prstGeom prst="rect">
              <a:avLst/>
            </a:prstGeom>
            <a:solidFill>
              <a:srgbClr val="F3E4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9" name="attn_heatmap_21_8">
              <a:extLst>
                <a:ext uri="{FF2B5EF4-FFF2-40B4-BE49-F238E27FC236}">
                  <a16:creationId xmlns:a16="http://schemas.microsoft.com/office/drawing/2014/main" id="{BF8932D1-4DE6-224D-446A-E274AA87DBF2}"/>
                </a:ext>
              </a:extLst>
            </p:cNvPr>
            <p:cNvSpPr/>
            <p:nvPr/>
          </p:nvSpPr>
          <p:spPr>
            <a:xfrm>
              <a:off x="15678753" y="6148767"/>
              <a:ext cx="59000" cy="57752"/>
            </a:xfrm>
            <a:prstGeom prst="rect">
              <a:avLst/>
            </a:prstGeom>
            <a:solidFill>
              <a:srgbClr val="F3E8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0" name="attn_heatmap_21_9">
              <a:extLst>
                <a:ext uri="{FF2B5EF4-FFF2-40B4-BE49-F238E27FC236}">
                  <a16:creationId xmlns:a16="http://schemas.microsoft.com/office/drawing/2014/main" id="{71890E4B-C8DA-2BB9-AED3-9B239E102636}"/>
                </a:ext>
              </a:extLst>
            </p:cNvPr>
            <p:cNvSpPr/>
            <p:nvPr/>
          </p:nvSpPr>
          <p:spPr>
            <a:xfrm>
              <a:off x="15737751" y="6148767"/>
              <a:ext cx="59000" cy="57752"/>
            </a:xfrm>
            <a:prstGeom prst="rect">
              <a:avLst/>
            </a:prstGeom>
            <a:solidFill>
              <a:srgbClr val="F0E5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1" name="attn_heatmap_21_10">
              <a:extLst>
                <a:ext uri="{FF2B5EF4-FFF2-40B4-BE49-F238E27FC236}">
                  <a16:creationId xmlns:a16="http://schemas.microsoft.com/office/drawing/2014/main" id="{9FC0E457-BE0C-7CA8-EB25-33255C1A3F7F}"/>
                </a:ext>
              </a:extLst>
            </p:cNvPr>
            <p:cNvSpPr/>
            <p:nvPr/>
          </p:nvSpPr>
          <p:spPr>
            <a:xfrm>
              <a:off x="15796751" y="6148767"/>
              <a:ext cx="58999" cy="57752"/>
            </a:xfrm>
            <a:prstGeom prst="rect">
              <a:avLst/>
            </a:prstGeom>
            <a:solidFill>
              <a:srgbClr val="DEDF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2" name="attn_heatmap_21_11">
              <a:extLst>
                <a:ext uri="{FF2B5EF4-FFF2-40B4-BE49-F238E27FC236}">
                  <a16:creationId xmlns:a16="http://schemas.microsoft.com/office/drawing/2014/main" id="{5678D464-0754-3605-CC31-18FF37B15CB5}"/>
                </a:ext>
              </a:extLst>
            </p:cNvPr>
            <p:cNvSpPr/>
            <p:nvPr/>
          </p:nvSpPr>
          <p:spPr>
            <a:xfrm>
              <a:off x="15855748" y="6148767"/>
              <a:ext cx="59000" cy="57752"/>
            </a:xfrm>
            <a:prstGeom prst="rect">
              <a:avLst/>
            </a:prstGeom>
            <a:solidFill>
              <a:srgbClr val="F2E6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3" name="attn_heatmap_21_12">
              <a:extLst>
                <a:ext uri="{FF2B5EF4-FFF2-40B4-BE49-F238E27FC236}">
                  <a16:creationId xmlns:a16="http://schemas.microsoft.com/office/drawing/2014/main" id="{E987F3E1-D1C5-3B49-200E-11BB783F45BC}"/>
                </a:ext>
              </a:extLst>
            </p:cNvPr>
            <p:cNvSpPr/>
            <p:nvPr/>
          </p:nvSpPr>
          <p:spPr>
            <a:xfrm>
              <a:off x="15914748" y="6148767"/>
              <a:ext cx="58999" cy="57752"/>
            </a:xfrm>
            <a:prstGeom prst="rect">
              <a:avLst/>
            </a:prstGeom>
            <a:solidFill>
              <a:srgbClr val="F1E4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4" name="attn_heatmap_21_13">
              <a:extLst>
                <a:ext uri="{FF2B5EF4-FFF2-40B4-BE49-F238E27FC236}">
                  <a16:creationId xmlns:a16="http://schemas.microsoft.com/office/drawing/2014/main" id="{62670487-A2BA-0ABF-A11B-04CE0775FEF3}"/>
                </a:ext>
              </a:extLst>
            </p:cNvPr>
            <p:cNvSpPr/>
            <p:nvPr/>
          </p:nvSpPr>
          <p:spPr>
            <a:xfrm>
              <a:off x="15973747" y="6148767"/>
              <a:ext cx="59000" cy="57752"/>
            </a:xfrm>
            <a:prstGeom prst="rect">
              <a:avLst/>
            </a:prstGeom>
            <a:solidFill>
              <a:srgbClr val="CDDE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5" name="attn_heatmap_21_14">
              <a:extLst>
                <a:ext uri="{FF2B5EF4-FFF2-40B4-BE49-F238E27FC236}">
                  <a16:creationId xmlns:a16="http://schemas.microsoft.com/office/drawing/2014/main" id="{701424A1-FDE8-321B-790A-C4783056E349}"/>
                </a:ext>
              </a:extLst>
            </p:cNvPr>
            <p:cNvSpPr/>
            <p:nvPr/>
          </p:nvSpPr>
          <p:spPr>
            <a:xfrm>
              <a:off x="16032745" y="6148767"/>
              <a:ext cx="59000" cy="57752"/>
            </a:xfrm>
            <a:prstGeom prst="rect">
              <a:avLst/>
            </a:prstGeom>
            <a:solidFill>
              <a:srgbClr val="F4E3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6" name="attn_heatmap_21_15">
              <a:extLst>
                <a:ext uri="{FF2B5EF4-FFF2-40B4-BE49-F238E27FC236}">
                  <a16:creationId xmlns:a16="http://schemas.microsoft.com/office/drawing/2014/main" id="{B198DF83-A10B-6066-CE99-35DB8CC8FC33}"/>
                </a:ext>
              </a:extLst>
            </p:cNvPr>
            <p:cNvSpPr/>
            <p:nvPr/>
          </p:nvSpPr>
          <p:spPr>
            <a:xfrm>
              <a:off x="16091745" y="6148767"/>
              <a:ext cx="58999" cy="57752"/>
            </a:xfrm>
            <a:prstGeom prst="rect">
              <a:avLst/>
            </a:prstGeom>
            <a:solidFill>
              <a:srgbClr val="E6E21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7" name="attn_heatmap_21_16">
              <a:extLst>
                <a:ext uri="{FF2B5EF4-FFF2-40B4-BE49-F238E27FC236}">
                  <a16:creationId xmlns:a16="http://schemas.microsoft.com/office/drawing/2014/main" id="{7BFDDF73-4430-3593-6D46-FC67649B5EEB}"/>
                </a:ext>
              </a:extLst>
            </p:cNvPr>
            <p:cNvSpPr/>
            <p:nvPr/>
          </p:nvSpPr>
          <p:spPr>
            <a:xfrm>
              <a:off x="16150744" y="6148767"/>
              <a:ext cx="59000" cy="57752"/>
            </a:xfrm>
            <a:prstGeom prst="rect">
              <a:avLst/>
            </a:prstGeom>
            <a:solidFill>
              <a:srgbClr val="E4E2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8" name="attn_heatmap_21_17">
              <a:extLst>
                <a:ext uri="{FF2B5EF4-FFF2-40B4-BE49-F238E27FC236}">
                  <a16:creationId xmlns:a16="http://schemas.microsoft.com/office/drawing/2014/main" id="{B9995C76-687C-6246-99E6-7D40B2EFA8BB}"/>
                </a:ext>
              </a:extLst>
            </p:cNvPr>
            <p:cNvSpPr/>
            <p:nvPr/>
          </p:nvSpPr>
          <p:spPr>
            <a:xfrm>
              <a:off x="16209742" y="6148767"/>
              <a:ext cx="59000" cy="57752"/>
            </a:xfrm>
            <a:prstGeom prst="rect">
              <a:avLst/>
            </a:prstGeom>
            <a:solidFill>
              <a:srgbClr val="E7E215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9" name="attn_heatmap_21_18">
              <a:extLst>
                <a:ext uri="{FF2B5EF4-FFF2-40B4-BE49-F238E27FC236}">
                  <a16:creationId xmlns:a16="http://schemas.microsoft.com/office/drawing/2014/main" id="{E5B6F5F0-3B3B-4B1C-04CB-6DEC3A3CA714}"/>
                </a:ext>
              </a:extLst>
            </p:cNvPr>
            <p:cNvSpPr/>
            <p:nvPr/>
          </p:nvSpPr>
          <p:spPr>
            <a:xfrm>
              <a:off x="16268742" y="6148767"/>
              <a:ext cx="58999" cy="57752"/>
            </a:xfrm>
            <a:prstGeom prst="rect">
              <a:avLst/>
            </a:prstGeom>
            <a:solidFill>
              <a:srgbClr val="AADA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0" name="attn_heatmap_21_19">
              <a:extLst>
                <a:ext uri="{FF2B5EF4-FFF2-40B4-BE49-F238E27FC236}">
                  <a16:creationId xmlns:a16="http://schemas.microsoft.com/office/drawing/2014/main" id="{F8435012-219F-5051-5A16-FF0D9081BB7B}"/>
                </a:ext>
              </a:extLst>
            </p:cNvPr>
            <p:cNvSpPr/>
            <p:nvPr/>
          </p:nvSpPr>
          <p:spPr>
            <a:xfrm>
              <a:off x="16327740" y="6148767"/>
              <a:ext cx="58999" cy="57752"/>
            </a:xfrm>
            <a:prstGeom prst="rect">
              <a:avLst/>
            </a:prstGeom>
            <a:solidFill>
              <a:srgbClr val="EBE2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1" name="attn_heatmap_21_20">
              <a:extLst>
                <a:ext uri="{FF2B5EF4-FFF2-40B4-BE49-F238E27FC236}">
                  <a16:creationId xmlns:a16="http://schemas.microsoft.com/office/drawing/2014/main" id="{5BD6DD6F-4A4B-A77F-16C7-DB3A5CDED666}"/>
                </a:ext>
              </a:extLst>
            </p:cNvPr>
            <p:cNvSpPr/>
            <p:nvPr/>
          </p:nvSpPr>
          <p:spPr>
            <a:xfrm>
              <a:off x="16386739" y="6148767"/>
              <a:ext cx="59000" cy="57752"/>
            </a:xfrm>
            <a:prstGeom prst="rect">
              <a:avLst/>
            </a:prstGeom>
            <a:solidFill>
              <a:srgbClr val="78CE5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2" name="attn_heatmap_21_21">
              <a:extLst>
                <a:ext uri="{FF2B5EF4-FFF2-40B4-BE49-F238E27FC236}">
                  <a16:creationId xmlns:a16="http://schemas.microsoft.com/office/drawing/2014/main" id="{421CD106-A33E-2300-1FD8-9002C65B57B6}"/>
                </a:ext>
              </a:extLst>
            </p:cNvPr>
            <p:cNvSpPr/>
            <p:nvPr/>
          </p:nvSpPr>
          <p:spPr>
            <a:xfrm>
              <a:off x="16445739" y="6148767"/>
              <a:ext cx="58999" cy="57752"/>
            </a:xfrm>
            <a:prstGeom prst="rect">
              <a:avLst/>
            </a:prstGeom>
            <a:solidFill>
              <a:srgbClr val="FBE6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3" name="attn_heatmap_21_22">
              <a:extLst>
                <a:ext uri="{FF2B5EF4-FFF2-40B4-BE49-F238E27FC236}">
                  <a16:creationId xmlns:a16="http://schemas.microsoft.com/office/drawing/2014/main" id="{233B5816-F2DF-5F76-3D29-44C8D6A874DA}"/>
                </a:ext>
              </a:extLst>
            </p:cNvPr>
            <p:cNvSpPr/>
            <p:nvPr/>
          </p:nvSpPr>
          <p:spPr>
            <a:xfrm>
              <a:off x="16504737" y="6148767"/>
              <a:ext cx="58999" cy="57752"/>
            </a:xfrm>
            <a:prstGeom prst="rect">
              <a:avLst/>
            </a:prstGeom>
            <a:solidFill>
              <a:srgbClr val="EAE3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4" name="attn_heatmap_21_23">
              <a:extLst>
                <a:ext uri="{FF2B5EF4-FFF2-40B4-BE49-F238E27FC236}">
                  <a16:creationId xmlns:a16="http://schemas.microsoft.com/office/drawing/2014/main" id="{FFE8DE27-95F2-2424-CFCD-C14393F63C0B}"/>
                </a:ext>
              </a:extLst>
            </p:cNvPr>
            <p:cNvSpPr/>
            <p:nvPr/>
          </p:nvSpPr>
          <p:spPr>
            <a:xfrm>
              <a:off x="16563736" y="6148767"/>
              <a:ext cx="59000" cy="57752"/>
            </a:xfrm>
            <a:prstGeom prst="rect">
              <a:avLst/>
            </a:prstGeom>
            <a:solidFill>
              <a:srgbClr val="DCE2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5" name="attn_heatmap_22_0">
              <a:extLst>
                <a:ext uri="{FF2B5EF4-FFF2-40B4-BE49-F238E27FC236}">
                  <a16:creationId xmlns:a16="http://schemas.microsoft.com/office/drawing/2014/main" id="{234EFFBF-F4EA-6D6C-53C5-2209E1638E12}"/>
                </a:ext>
              </a:extLst>
            </p:cNvPr>
            <p:cNvSpPr/>
            <p:nvPr/>
          </p:nvSpPr>
          <p:spPr>
            <a:xfrm>
              <a:off x="15206762" y="6206519"/>
              <a:ext cx="58999" cy="57753"/>
            </a:xfrm>
            <a:prstGeom prst="rect">
              <a:avLst/>
            </a:prstGeom>
            <a:solidFill>
              <a:srgbClr val="C4DC3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6" name="attn_heatmap_22_1">
              <a:extLst>
                <a:ext uri="{FF2B5EF4-FFF2-40B4-BE49-F238E27FC236}">
                  <a16:creationId xmlns:a16="http://schemas.microsoft.com/office/drawing/2014/main" id="{41097604-F698-569D-D84F-57E552047D39}"/>
                </a:ext>
              </a:extLst>
            </p:cNvPr>
            <p:cNvSpPr/>
            <p:nvPr/>
          </p:nvSpPr>
          <p:spPr>
            <a:xfrm>
              <a:off x="15265760" y="6206519"/>
              <a:ext cx="58999" cy="57753"/>
            </a:xfrm>
            <a:prstGeom prst="rect">
              <a:avLst/>
            </a:prstGeom>
            <a:solidFill>
              <a:srgbClr val="9ED93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7" name="attn_heatmap_22_2">
              <a:extLst>
                <a:ext uri="{FF2B5EF4-FFF2-40B4-BE49-F238E27FC236}">
                  <a16:creationId xmlns:a16="http://schemas.microsoft.com/office/drawing/2014/main" id="{F37EADC7-E862-169E-8DF7-0C25AB00AB68}"/>
                </a:ext>
              </a:extLst>
            </p:cNvPr>
            <p:cNvSpPr/>
            <p:nvPr/>
          </p:nvSpPr>
          <p:spPr>
            <a:xfrm>
              <a:off x="15324759" y="6206519"/>
              <a:ext cx="59000" cy="57753"/>
            </a:xfrm>
            <a:prstGeom prst="rect">
              <a:avLst/>
            </a:prstGeom>
            <a:solidFill>
              <a:srgbClr val="B7DA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8" name="attn_heatmap_22_3">
              <a:extLst>
                <a:ext uri="{FF2B5EF4-FFF2-40B4-BE49-F238E27FC236}">
                  <a16:creationId xmlns:a16="http://schemas.microsoft.com/office/drawing/2014/main" id="{D836F125-6BE5-5C49-754A-AF193F5BC200}"/>
                </a:ext>
              </a:extLst>
            </p:cNvPr>
            <p:cNvSpPr/>
            <p:nvPr/>
          </p:nvSpPr>
          <p:spPr>
            <a:xfrm>
              <a:off x="15383759" y="6206519"/>
              <a:ext cx="58999" cy="57753"/>
            </a:xfrm>
            <a:prstGeom prst="rect">
              <a:avLst/>
            </a:prstGeom>
            <a:solidFill>
              <a:srgbClr val="B7DD2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9" name="attn_heatmap_22_4">
              <a:extLst>
                <a:ext uri="{FF2B5EF4-FFF2-40B4-BE49-F238E27FC236}">
                  <a16:creationId xmlns:a16="http://schemas.microsoft.com/office/drawing/2014/main" id="{A680DE5B-2628-536A-5362-6AFCBAE71407}"/>
                </a:ext>
              </a:extLst>
            </p:cNvPr>
            <p:cNvSpPr/>
            <p:nvPr/>
          </p:nvSpPr>
          <p:spPr>
            <a:xfrm>
              <a:off x="15442757" y="6206519"/>
              <a:ext cx="58999" cy="57753"/>
            </a:xfrm>
            <a:prstGeom prst="rect">
              <a:avLst/>
            </a:prstGeom>
            <a:solidFill>
              <a:srgbClr val="DFE21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0" name="attn_heatmap_22_5">
              <a:extLst>
                <a:ext uri="{FF2B5EF4-FFF2-40B4-BE49-F238E27FC236}">
                  <a16:creationId xmlns:a16="http://schemas.microsoft.com/office/drawing/2014/main" id="{C63A0156-85A4-E9A5-1E0F-BEEFBE61DF83}"/>
                </a:ext>
              </a:extLst>
            </p:cNvPr>
            <p:cNvSpPr/>
            <p:nvPr/>
          </p:nvSpPr>
          <p:spPr>
            <a:xfrm>
              <a:off x="15501756" y="6206519"/>
              <a:ext cx="59000" cy="57753"/>
            </a:xfrm>
            <a:prstGeom prst="rect">
              <a:avLst/>
            </a:prstGeom>
            <a:solidFill>
              <a:srgbClr val="BDDA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1" name="attn_heatmap_22_6">
              <a:extLst>
                <a:ext uri="{FF2B5EF4-FFF2-40B4-BE49-F238E27FC236}">
                  <a16:creationId xmlns:a16="http://schemas.microsoft.com/office/drawing/2014/main" id="{521826D5-0F5A-E264-7F07-40BC6C143110}"/>
                </a:ext>
              </a:extLst>
            </p:cNvPr>
            <p:cNvSpPr/>
            <p:nvPr/>
          </p:nvSpPr>
          <p:spPr>
            <a:xfrm>
              <a:off x="15560754" y="6206519"/>
              <a:ext cx="59000" cy="57753"/>
            </a:xfrm>
            <a:prstGeom prst="rect">
              <a:avLst/>
            </a:prstGeom>
            <a:solidFill>
              <a:srgbClr val="D6E1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2" name="attn_heatmap_22_7">
              <a:extLst>
                <a:ext uri="{FF2B5EF4-FFF2-40B4-BE49-F238E27FC236}">
                  <a16:creationId xmlns:a16="http://schemas.microsoft.com/office/drawing/2014/main" id="{73BF42FD-90C9-8023-0AA1-FB751CB1D9F4}"/>
                </a:ext>
              </a:extLst>
            </p:cNvPr>
            <p:cNvSpPr/>
            <p:nvPr/>
          </p:nvSpPr>
          <p:spPr>
            <a:xfrm>
              <a:off x="15619754" y="6206519"/>
              <a:ext cx="58999" cy="57753"/>
            </a:xfrm>
            <a:prstGeom prst="rect">
              <a:avLst/>
            </a:prstGeom>
            <a:solidFill>
              <a:srgbClr val="D2E0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3" name="attn_heatmap_22_8">
              <a:extLst>
                <a:ext uri="{FF2B5EF4-FFF2-40B4-BE49-F238E27FC236}">
                  <a16:creationId xmlns:a16="http://schemas.microsoft.com/office/drawing/2014/main" id="{6E918F46-F597-EE6F-78A8-6B15BC0293D9}"/>
                </a:ext>
              </a:extLst>
            </p:cNvPr>
            <p:cNvSpPr/>
            <p:nvPr/>
          </p:nvSpPr>
          <p:spPr>
            <a:xfrm>
              <a:off x="15678753" y="6206519"/>
              <a:ext cx="59000" cy="57753"/>
            </a:xfrm>
            <a:prstGeom prst="rect">
              <a:avLst/>
            </a:prstGeom>
            <a:solidFill>
              <a:srgbClr val="D4E0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4" name="attn_heatmap_22_9">
              <a:extLst>
                <a:ext uri="{FF2B5EF4-FFF2-40B4-BE49-F238E27FC236}">
                  <a16:creationId xmlns:a16="http://schemas.microsoft.com/office/drawing/2014/main" id="{72F023B3-1343-A6AD-B584-96AD9A8D8139}"/>
                </a:ext>
              </a:extLst>
            </p:cNvPr>
            <p:cNvSpPr/>
            <p:nvPr/>
          </p:nvSpPr>
          <p:spPr>
            <a:xfrm>
              <a:off x="15737751" y="6206519"/>
              <a:ext cx="59000" cy="57753"/>
            </a:xfrm>
            <a:prstGeom prst="rect">
              <a:avLst/>
            </a:prstGeom>
            <a:solidFill>
              <a:srgbClr val="D1DE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5" name="attn_heatmap_22_10">
              <a:extLst>
                <a:ext uri="{FF2B5EF4-FFF2-40B4-BE49-F238E27FC236}">
                  <a16:creationId xmlns:a16="http://schemas.microsoft.com/office/drawing/2014/main" id="{703E290E-195E-BCBF-212A-75B81DA3F693}"/>
                </a:ext>
              </a:extLst>
            </p:cNvPr>
            <p:cNvSpPr/>
            <p:nvPr/>
          </p:nvSpPr>
          <p:spPr>
            <a:xfrm>
              <a:off x="15796751" y="6206519"/>
              <a:ext cx="58999" cy="57753"/>
            </a:xfrm>
            <a:prstGeom prst="rect">
              <a:avLst/>
            </a:prstGeom>
            <a:solidFill>
              <a:srgbClr val="C3DD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6" name="attn_heatmap_22_11">
              <a:extLst>
                <a:ext uri="{FF2B5EF4-FFF2-40B4-BE49-F238E27FC236}">
                  <a16:creationId xmlns:a16="http://schemas.microsoft.com/office/drawing/2014/main" id="{F85D2BA5-3599-2B9F-04E0-9DBEEECF75EE}"/>
                </a:ext>
              </a:extLst>
            </p:cNvPr>
            <p:cNvSpPr/>
            <p:nvPr/>
          </p:nvSpPr>
          <p:spPr>
            <a:xfrm>
              <a:off x="15855748" y="6206519"/>
              <a:ext cx="59000" cy="57753"/>
            </a:xfrm>
            <a:prstGeom prst="rect">
              <a:avLst/>
            </a:prstGeom>
            <a:solidFill>
              <a:srgbClr val="D6E2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7" name="attn_heatmap_22_12">
              <a:extLst>
                <a:ext uri="{FF2B5EF4-FFF2-40B4-BE49-F238E27FC236}">
                  <a16:creationId xmlns:a16="http://schemas.microsoft.com/office/drawing/2014/main" id="{4854640E-49C2-9175-8E1C-6FB5E07AEBBE}"/>
                </a:ext>
              </a:extLst>
            </p:cNvPr>
            <p:cNvSpPr/>
            <p:nvPr/>
          </p:nvSpPr>
          <p:spPr>
            <a:xfrm>
              <a:off x="15914748" y="6206519"/>
              <a:ext cx="58999" cy="57753"/>
            </a:xfrm>
            <a:prstGeom prst="rect">
              <a:avLst/>
            </a:prstGeom>
            <a:solidFill>
              <a:srgbClr val="E0E21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8" name="attn_heatmap_22_13">
              <a:extLst>
                <a:ext uri="{FF2B5EF4-FFF2-40B4-BE49-F238E27FC236}">
                  <a16:creationId xmlns:a16="http://schemas.microsoft.com/office/drawing/2014/main" id="{897A7B0B-D2FC-7725-2705-4CEFAF9DFACD}"/>
                </a:ext>
              </a:extLst>
            </p:cNvPr>
            <p:cNvSpPr/>
            <p:nvPr/>
          </p:nvSpPr>
          <p:spPr>
            <a:xfrm>
              <a:off x="15973747" y="6206519"/>
              <a:ext cx="59000" cy="57753"/>
            </a:xfrm>
            <a:prstGeom prst="rect">
              <a:avLst/>
            </a:prstGeom>
            <a:solidFill>
              <a:srgbClr val="CDDD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9" name="attn_heatmap_22_14">
              <a:extLst>
                <a:ext uri="{FF2B5EF4-FFF2-40B4-BE49-F238E27FC236}">
                  <a16:creationId xmlns:a16="http://schemas.microsoft.com/office/drawing/2014/main" id="{6F540360-D81B-079F-C0F8-D9C13A7C5A32}"/>
                </a:ext>
              </a:extLst>
            </p:cNvPr>
            <p:cNvSpPr/>
            <p:nvPr/>
          </p:nvSpPr>
          <p:spPr>
            <a:xfrm>
              <a:off x="16032745" y="6206519"/>
              <a:ext cx="59000" cy="57753"/>
            </a:xfrm>
            <a:prstGeom prst="rect">
              <a:avLst/>
            </a:prstGeom>
            <a:solidFill>
              <a:srgbClr val="E3E3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0" name="attn_heatmap_22_15">
              <a:extLst>
                <a:ext uri="{FF2B5EF4-FFF2-40B4-BE49-F238E27FC236}">
                  <a16:creationId xmlns:a16="http://schemas.microsoft.com/office/drawing/2014/main" id="{5D88C774-8C81-FB2C-6893-6AEEC3A60FCD}"/>
                </a:ext>
              </a:extLst>
            </p:cNvPr>
            <p:cNvSpPr/>
            <p:nvPr/>
          </p:nvSpPr>
          <p:spPr>
            <a:xfrm>
              <a:off x="16091745" y="6206519"/>
              <a:ext cx="58999" cy="57753"/>
            </a:xfrm>
            <a:prstGeom prst="rect">
              <a:avLst/>
            </a:prstGeom>
            <a:solidFill>
              <a:srgbClr val="CCDE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1" name="attn_heatmap_22_16">
              <a:extLst>
                <a:ext uri="{FF2B5EF4-FFF2-40B4-BE49-F238E27FC236}">
                  <a16:creationId xmlns:a16="http://schemas.microsoft.com/office/drawing/2014/main" id="{FAA1D798-861D-BCE3-6A5E-E7C543CAB165}"/>
                </a:ext>
              </a:extLst>
            </p:cNvPr>
            <p:cNvSpPr/>
            <p:nvPr/>
          </p:nvSpPr>
          <p:spPr>
            <a:xfrm>
              <a:off x="16150744" y="6206519"/>
              <a:ext cx="59000" cy="57753"/>
            </a:xfrm>
            <a:prstGeom prst="rect">
              <a:avLst/>
            </a:prstGeom>
            <a:solidFill>
              <a:srgbClr val="CADE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2" name="attn_heatmap_22_17">
              <a:extLst>
                <a:ext uri="{FF2B5EF4-FFF2-40B4-BE49-F238E27FC236}">
                  <a16:creationId xmlns:a16="http://schemas.microsoft.com/office/drawing/2014/main" id="{C9BB6674-C22C-1840-04F1-3685CEE94711}"/>
                </a:ext>
              </a:extLst>
            </p:cNvPr>
            <p:cNvSpPr/>
            <p:nvPr/>
          </p:nvSpPr>
          <p:spPr>
            <a:xfrm>
              <a:off x="16209742" y="6206519"/>
              <a:ext cx="59000" cy="57753"/>
            </a:xfrm>
            <a:prstGeom prst="rect">
              <a:avLst/>
            </a:prstGeom>
            <a:solidFill>
              <a:srgbClr val="CADE2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3" name="attn_heatmap_22_18">
              <a:extLst>
                <a:ext uri="{FF2B5EF4-FFF2-40B4-BE49-F238E27FC236}">
                  <a16:creationId xmlns:a16="http://schemas.microsoft.com/office/drawing/2014/main" id="{CCF5D1BA-B348-6FAF-1914-F8DB3205FFF9}"/>
                </a:ext>
              </a:extLst>
            </p:cNvPr>
            <p:cNvSpPr/>
            <p:nvPr/>
          </p:nvSpPr>
          <p:spPr>
            <a:xfrm>
              <a:off x="16268742" y="6206519"/>
              <a:ext cx="58999" cy="57753"/>
            </a:xfrm>
            <a:prstGeom prst="rect">
              <a:avLst/>
            </a:prstGeom>
            <a:solidFill>
              <a:srgbClr val="78CF50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4" name="attn_heatmap_22_19">
              <a:extLst>
                <a:ext uri="{FF2B5EF4-FFF2-40B4-BE49-F238E27FC236}">
                  <a16:creationId xmlns:a16="http://schemas.microsoft.com/office/drawing/2014/main" id="{5D60338C-79D9-7F9B-A6BD-5C129F18430A}"/>
                </a:ext>
              </a:extLst>
            </p:cNvPr>
            <p:cNvSpPr/>
            <p:nvPr/>
          </p:nvSpPr>
          <p:spPr>
            <a:xfrm>
              <a:off x="16327740" y="6206519"/>
              <a:ext cx="58999" cy="57753"/>
            </a:xfrm>
            <a:prstGeom prst="rect">
              <a:avLst/>
            </a:prstGeom>
            <a:solidFill>
              <a:srgbClr val="C5E1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5" name="attn_heatmap_22_20">
              <a:extLst>
                <a:ext uri="{FF2B5EF4-FFF2-40B4-BE49-F238E27FC236}">
                  <a16:creationId xmlns:a16="http://schemas.microsoft.com/office/drawing/2014/main" id="{186EBF32-9FA0-64FB-9B0E-8ACB906C1027}"/>
                </a:ext>
              </a:extLst>
            </p:cNvPr>
            <p:cNvSpPr/>
            <p:nvPr/>
          </p:nvSpPr>
          <p:spPr>
            <a:xfrm>
              <a:off x="16386739" y="6206519"/>
              <a:ext cx="59000" cy="57753"/>
            </a:xfrm>
            <a:prstGeom prst="rect">
              <a:avLst/>
            </a:prstGeom>
            <a:solidFill>
              <a:srgbClr val="6FCA5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6" name="attn_heatmap_22_21">
              <a:extLst>
                <a:ext uri="{FF2B5EF4-FFF2-40B4-BE49-F238E27FC236}">
                  <a16:creationId xmlns:a16="http://schemas.microsoft.com/office/drawing/2014/main" id="{21E33989-68A7-08A8-4F1B-67924DC6DA24}"/>
                </a:ext>
              </a:extLst>
            </p:cNvPr>
            <p:cNvSpPr/>
            <p:nvPr/>
          </p:nvSpPr>
          <p:spPr>
            <a:xfrm>
              <a:off x="16445739" y="6206519"/>
              <a:ext cx="58999" cy="57753"/>
            </a:xfrm>
            <a:prstGeom prst="rect">
              <a:avLst/>
            </a:prstGeom>
            <a:solidFill>
              <a:srgbClr val="EBE11A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7" name="attn_heatmap_22_22">
              <a:extLst>
                <a:ext uri="{FF2B5EF4-FFF2-40B4-BE49-F238E27FC236}">
                  <a16:creationId xmlns:a16="http://schemas.microsoft.com/office/drawing/2014/main" id="{459BC084-E8FC-AEB1-6E01-5C9E8F8D06FC}"/>
                </a:ext>
              </a:extLst>
            </p:cNvPr>
            <p:cNvSpPr/>
            <p:nvPr/>
          </p:nvSpPr>
          <p:spPr>
            <a:xfrm>
              <a:off x="16504737" y="6206519"/>
              <a:ext cx="58999" cy="57753"/>
            </a:xfrm>
            <a:prstGeom prst="rect">
              <a:avLst/>
            </a:prstGeom>
            <a:solidFill>
              <a:srgbClr val="F8E724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8" name="attn_heatmap_22_23">
              <a:extLst>
                <a:ext uri="{FF2B5EF4-FFF2-40B4-BE49-F238E27FC236}">
                  <a16:creationId xmlns:a16="http://schemas.microsoft.com/office/drawing/2014/main" id="{06B5DC0C-ACDE-3D60-012A-7455E69A7D67}"/>
                </a:ext>
              </a:extLst>
            </p:cNvPr>
            <p:cNvSpPr/>
            <p:nvPr/>
          </p:nvSpPr>
          <p:spPr>
            <a:xfrm>
              <a:off x="16563736" y="6206519"/>
              <a:ext cx="59000" cy="57753"/>
            </a:xfrm>
            <a:prstGeom prst="rect">
              <a:avLst/>
            </a:prstGeom>
            <a:solidFill>
              <a:srgbClr val="C9DE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9" name="attn_heatmap_23_0">
              <a:extLst>
                <a:ext uri="{FF2B5EF4-FFF2-40B4-BE49-F238E27FC236}">
                  <a16:creationId xmlns:a16="http://schemas.microsoft.com/office/drawing/2014/main" id="{C086F5A2-8333-9999-40EB-D6E5047D07BF}"/>
                </a:ext>
              </a:extLst>
            </p:cNvPr>
            <p:cNvSpPr/>
            <p:nvPr/>
          </p:nvSpPr>
          <p:spPr>
            <a:xfrm>
              <a:off x="15206762" y="6264272"/>
              <a:ext cx="58999" cy="57752"/>
            </a:xfrm>
            <a:prstGeom prst="rect">
              <a:avLst/>
            </a:prstGeom>
            <a:solidFill>
              <a:srgbClr val="D4E43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0" name="attn_heatmap_23_1">
              <a:extLst>
                <a:ext uri="{FF2B5EF4-FFF2-40B4-BE49-F238E27FC236}">
                  <a16:creationId xmlns:a16="http://schemas.microsoft.com/office/drawing/2014/main" id="{446FDC5D-3F08-17A1-FF9B-22E1FF911DBD}"/>
                </a:ext>
              </a:extLst>
            </p:cNvPr>
            <p:cNvSpPr/>
            <p:nvPr/>
          </p:nvSpPr>
          <p:spPr>
            <a:xfrm>
              <a:off x="15265760" y="6264272"/>
              <a:ext cx="58999" cy="57752"/>
            </a:xfrm>
            <a:prstGeom prst="rect">
              <a:avLst/>
            </a:prstGeom>
            <a:solidFill>
              <a:srgbClr val="A3DA3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1" name="attn_heatmap_23_2">
              <a:extLst>
                <a:ext uri="{FF2B5EF4-FFF2-40B4-BE49-F238E27FC236}">
                  <a16:creationId xmlns:a16="http://schemas.microsoft.com/office/drawing/2014/main" id="{EEB8F23C-2C10-76EB-4006-008C24EA2E18}"/>
                </a:ext>
              </a:extLst>
            </p:cNvPr>
            <p:cNvSpPr/>
            <p:nvPr/>
          </p:nvSpPr>
          <p:spPr>
            <a:xfrm>
              <a:off x="15324759" y="6264272"/>
              <a:ext cx="59000" cy="57752"/>
            </a:xfrm>
            <a:prstGeom prst="rect">
              <a:avLst/>
            </a:prstGeom>
            <a:solidFill>
              <a:srgbClr val="B9DA2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2" name="attn_heatmap_23_3">
              <a:extLst>
                <a:ext uri="{FF2B5EF4-FFF2-40B4-BE49-F238E27FC236}">
                  <a16:creationId xmlns:a16="http://schemas.microsoft.com/office/drawing/2014/main" id="{CCD5FB4C-5944-D98D-1F8F-36164D07D89D}"/>
                </a:ext>
              </a:extLst>
            </p:cNvPr>
            <p:cNvSpPr/>
            <p:nvPr/>
          </p:nvSpPr>
          <p:spPr>
            <a:xfrm>
              <a:off x="15383759" y="6264272"/>
              <a:ext cx="58999" cy="57752"/>
            </a:xfrm>
            <a:prstGeom prst="rect">
              <a:avLst/>
            </a:prstGeom>
            <a:solidFill>
              <a:srgbClr val="C3E121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3" name="attn_heatmap_23_4">
              <a:extLst>
                <a:ext uri="{FF2B5EF4-FFF2-40B4-BE49-F238E27FC236}">
                  <a16:creationId xmlns:a16="http://schemas.microsoft.com/office/drawing/2014/main" id="{7A31460D-2FED-37D3-2979-044648128305}"/>
                </a:ext>
              </a:extLst>
            </p:cNvPr>
            <p:cNvSpPr/>
            <p:nvPr/>
          </p:nvSpPr>
          <p:spPr>
            <a:xfrm>
              <a:off x="15442757" y="6264272"/>
              <a:ext cx="58999" cy="57752"/>
            </a:xfrm>
            <a:prstGeom prst="rect">
              <a:avLst/>
            </a:prstGeom>
            <a:solidFill>
              <a:srgbClr val="D2DF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4" name="attn_heatmap_23_5">
              <a:extLst>
                <a:ext uri="{FF2B5EF4-FFF2-40B4-BE49-F238E27FC236}">
                  <a16:creationId xmlns:a16="http://schemas.microsoft.com/office/drawing/2014/main" id="{7A16B50C-B0B1-43F0-3DFF-F3CF69FC172E}"/>
                </a:ext>
              </a:extLst>
            </p:cNvPr>
            <p:cNvSpPr/>
            <p:nvPr/>
          </p:nvSpPr>
          <p:spPr>
            <a:xfrm>
              <a:off x="15501756" y="6264272"/>
              <a:ext cx="59000" cy="57752"/>
            </a:xfrm>
            <a:prstGeom prst="rect">
              <a:avLst/>
            </a:prstGeom>
            <a:solidFill>
              <a:srgbClr val="B4D82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5" name="attn_heatmap_23_6">
              <a:extLst>
                <a:ext uri="{FF2B5EF4-FFF2-40B4-BE49-F238E27FC236}">
                  <a16:creationId xmlns:a16="http://schemas.microsoft.com/office/drawing/2014/main" id="{919AA5EC-ED91-9674-8D45-5FB103127591}"/>
                </a:ext>
              </a:extLst>
            </p:cNvPr>
            <p:cNvSpPr/>
            <p:nvPr/>
          </p:nvSpPr>
          <p:spPr>
            <a:xfrm>
              <a:off x="15560754" y="6264272"/>
              <a:ext cx="59000" cy="57752"/>
            </a:xfrm>
            <a:prstGeom prst="rect">
              <a:avLst/>
            </a:prstGeom>
            <a:solidFill>
              <a:srgbClr val="D7E0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6" name="attn_heatmap_23_7">
              <a:extLst>
                <a:ext uri="{FF2B5EF4-FFF2-40B4-BE49-F238E27FC236}">
                  <a16:creationId xmlns:a16="http://schemas.microsoft.com/office/drawing/2014/main" id="{E91CE9EF-DA55-913B-380E-CC48EC3ED24D}"/>
                </a:ext>
              </a:extLst>
            </p:cNvPr>
            <p:cNvSpPr/>
            <p:nvPr/>
          </p:nvSpPr>
          <p:spPr>
            <a:xfrm>
              <a:off x="15619754" y="6264272"/>
              <a:ext cx="58999" cy="57752"/>
            </a:xfrm>
            <a:prstGeom prst="rect">
              <a:avLst/>
            </a:prstGeom>
            <a:solidFill>
              <a:srgbClr val="EBE51B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7" name="attn_heatmap_23_8">
              <a:extLst>
                <a:ext uri="{FF2B5EF4-FFF2-40B4-BE49-F238E27FC236}">
                  <a16:creationId xmlns:a16="http://schemas.microsoft.com/office/drawing/2014/main" id="{CA3861FB-7094-A2A0-0A80-81559EAC2516}"/>
                </a:ext>
              </a:extLst>
            </p:cNvPr>
            <p:cNvSpPr/>
            <p:nvPr/>
          </p:nvSpPr>
          <p:spPr>
            <a:xfrm>
              <a:off x="15678753" y="6264272"/>
              <a:ext cx="59000" cy="57752"/>
            </a:xfrm>
            <a:prstGeom prst="rect">
              <a:avLst/>
            </a:prstGeom>
            <a:solidFill>
              <a:srgbClr val="F1E5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8" name="attn_heatmap_23_9">
              <a:extLst>
                <a:ext uri="{FF2B5EF4-FFF2-40B4-BE49-F238E27FC236}">
                  <a16:creationId xmlns:a16="http://schemas.microsoft.com/office/drawing/2014/main" id="{79B534B1-8F45-9F60-FE6A-AC1079A22D80}"/>
                </a:ext>
              </a:extLst>
            </p:cNvPr>
            <p:cNvSpPr/>
            <p:nvPr/>
          </p:nvSpPr>
          <p:spPr>
            <a:xfrm>
              <a:off x="15737751" y="6264272"/>
              <a:ext cx="59000" cy="57752"/>
            </a:xfrm>
            <a:prstGeom prst="rect">
              <a:avLst/>
            </a:prstGeom>
            <a:solidFill>
              <a:srgbClr val="F0E42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9" name="attn_heatmap_23_10">
              <a:extLst>
                <a:ext uri="{FF2B5EF4-FFF2-40B4-BE49-F238E27FC236}">
                  <a16:creationId xmlns:a16="http://schemas.microsoft.com/office/drawing/2014/main" id="{416E7C3B-1487-B273-65C1-330491A44094}"/>
                </a:ext>
              </a:extLst>
            </p:cNvPr>
            <p:cNvSpPr/>
            <p:nvPr/>
          </p:nvSpPr>
          <p:spPr>
            <a:xfrm>
              <a:off x="15796751" y="6264272"/>
              <a:ext cx="58999" cy="57752"/>
            </a:xfrm>
            <a:prstGeom prst="rect">
              <a:avLst/>
            </a:prstGeom>
            <a:solidFill>
              <a:srgbClr val="DCDF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0" name="attn_heatmap_23_11">
              <a:extLst>
                <a:ext uri="{FF2B5EF4-FFF2-40B4-BE49-F238E27FC236}">
                  <a16:creationId xmlns:a16="http://schemas.microsoft.com/office/drawing/2014/main" id="{221ACB57-9049-31AD-BC65-74499665B4DF}"/>
                </a:ext>
              </a:extLst>
            </p:cNvPr>
            <p:cNvSpPr/>
            <p:nvPr/>
          </p:nvSpPr>
          <p:spPr>
            <a:xfrm>
              <a:off x="15855748" y="6264272"/>
              <a:ext cx="59000" cy="57752"/>
            </a:xfrm>
            <a:prstGeom prst="rect">
              <a:avLst/>
            </a:prstGeom>
            <a:solidFill>
              <a:srgbClr val="F2E4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1" name="attn_heatmap_23_12">
              <a:extLst>
                <a:ext uri="{FF2B5EF4-FFF2-40B4-BE49-F238E27FC236}">
                  <a16:creationId xmlns:a16="http://schemas.microsoft.com/office/drawing/2014/main" id="{3CD7D595-FF89-E27B-80EA-B03CBF93202C}"/>
                </a:ext>
              </a:extLst>
            </p:cNvPr>
            <p:cNvSpPr/>
            <p:nvPr/>
          </p:nvSpPr>
          <p:spPr>
            <a:xfrm>
              <a:off x="15914748" y="6264272"/>
              <a:ext cx="58999" cy="57752"/>
            </a:xfrm>
            <a:prstGeom prst="rect">
              <a:avLst/>
            </a:prstGeom>
            <a:solidFill>
              <a:srgbClr val="E3E4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2" name="attn_heatmap_23_13">
              <a:extLst>
                <a:ext uri="{FF2B5EF4-FFF2-40B4-BE49-F238E27FC236}">
                  <a16:creationId xmlns:a16="http://schemas.microsoft.com/office/drawing/2014/main" id="{89A0B17D-2F94-E242-F52A-B6C19000A90E}"/>
                </a:ext>
              </a:extLst>
            </p:cNvPr>
            <p:cNvSpPr/>
            <p:nvPr/>
          </p:nvSpPr>
          <p:spPr>
            <a:xfrm>
              <a:off x="15973747" y="6264272"/>
              <a:ext cx="59000" cy="57752"/>
            </a:xfrm>
            <a:prstGeom prst="rect">
              <a:avLst/>
            </a:prstGeom>
            <a:solidFill>
              <a:srgbClr val="C0DD27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3" name="attn_heatmap_23_14">
              <a:extLst>
                <a:ext uri="{FF2B5EF4-FFF2-40B4-BE49-F238E27FC236}">
                  <a16:creationId xmlns:a16="http://schemas.microsoft.com/office/drawing/2014/main" id="{171384A7-41D5-72BE-5934-850C63809240}"/>
                </a:ext>
              </a:extLst>
            </p:cNvPr>
            <p:cNvSpPr/>
            <p:nvPr/>
          </p:nvSpPr>
          <p:spPr>
            <a:xfrm>
              <a:off x="16032745" y="6264272"/>
              <a:ext cx="59000" cy="57752"/>
            </a:xfrm>
            <a:prstGeom prst="rect">
              <a:avLst/>
            </a:prstGeom>
            <a:solidFill>
              <a:srgbClr val="E6E41F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4" name="attn_heatmap_23_15">
              <a:extLst>
                <a:ext uri="{FF2B5EF4-FFF2-40B4-BE49-F238E27FC236}">
                  <a16:creationId xmlns:a16="http://schemas.microsoft.com/office/drawing/2014/main" id="{4E517BE5-3C15-95DC-1406-B12485FCB333}"/>
                </a:ext>
              </a:extLst>
            </p:cNvPr>
            <p:cNvSpPr/>
            <p:nvPr/>
          </p:nvSpPr>
          <p:spPr>
            <a:xfrm>
              <a:off x="16091745" y="6264272"/>
              <a:ext cx="58999" cy="57752"/>
            </a:xfrm>
            <a:prstGeom prst="rect">
              <a:avLst/>
            </a:prstGeom>
            <a:solidFill>
              <a:srgbClr val="E0E4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5" name="attn_heatmap_23_16">
              <a:extLst>
                <a:ext uri="{FF2B5EF4-FFF2-40B4-BE49-F238E27FC236}">
                  <a16:creationId xmlns:a16="http://schemas.microsoft.com/office/drawing/2014/main" id="{1257EA62-D654-A49C-4190-00C5ED564A32}"/>
                </a:ext>
              </a:extLst>
            </p:cNvPr>
            <p:cNvSpPr/>
            <p:nvPr/>
          </p:nvSpPr>
          <p:spPr>
            <a:xfrm>
              <a:off x="16150744" y="6264272"/>
              <a:ext cx="59000" cy="57752"/>
            </a:xfrm>
            <a:prstGeom prst="rect">
              <a:avLst/>
            </a:prstGeom>
            <a:solidFill>
              <a:srgbClr val="DCE01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6" name="attn_heatmap_23_17">
              <a:extLst>
                <a:ext uri="{FF2B5EF4-FFF2-40B4-BE49-F238E27FC236}">
                  <a16:creationId xmlns:a16="http://schemas.microsoft.com/office/drawing/2014/main" id="{DBA757A0-5272-EE1D-5002-14D82BF32A47}"/>
                </a:ext>
              </a:extLst>
            </p:cNvPr>
            <p:cNvSpPr/>
            <p:nvPr/>
          </p:nvSpPr>
          <p:spPr>
            <a:xfrm>
              <a:off x="16209742" y="6264272"/>
              <a:ext cx="59000" cy="57752"/>
            </a:xfrm>
            <a:prstGeom prst="rect">
              <a:avLst/>
            </a:prstGeom>
            <a:solidFill>
              <a:srgbClr val="DBE119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7" name="attn_heatmap_23_18">
              <a:extLst>
                <a:ext uri="{FF2B5EF4-FFF2-40B4-BE49-F238E27FC236}">
                  <a16:creationId xmlns:a16="http://schemas.microsoft.com/office/drawing/2014/main" id="{08C69B75-68C2-D655-520D-157669F88218}"/>
                </a:ext>
              </a:extLst>
            </p:cNvPr>
            <p:cNvSpPr/>
            <p:nvPr/>
          </p:nvSpPr>
          <p:spPr>
            <a:xfrm>
              <a:off x="16268742" y="6264272"/>
              <a:ext cx="58999" cy="57752"/>
            </a:xfrm>
            <a:prstGeom prst="rect">
              <a:avLst/>
            </a:prstGeom>
            <a:solidFill>
              <a:srgbClr val="B2DB33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8" name="attn_heatmap_23_19">
              <a:extLst>
                <a:ext uri="{FF2B5EF4-FFF2-40B4-BE49-F238E27FC236}">
                  <a16:creationId xmlns:a16="http://schemas.microsoft.com/office/drawing/2014/main" id="{D0CDADD9-BF58-3A82-2276-6B3111CF0B70}"/>
                </a:ext>
              </a:extLst>
            </p:cNvPr>
            <p:cNvSpPr/>
            <p:nvPr/>
          </p:nvSpPr>
          <p:spPr>
            <a:xfrm>
              <a:off x="16327740" y="6264272"/>
              <a:ext cx="58999" cy="57752"/>
            </a:xfrm>
            <a:prstGeom prst="rect">
              <a:avLst/>
            </a:prstGeom>
            <a:solidFill>
              <a:srgbClr val="E4E31E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9" name="attn_heatmap_23_20">
              <a:extLst>
                <a:ext uri="{FF2B5EF4-FFF2-40B4-BE49-F238E27FC236}">
                  <a16:creationId xmlns:a16="http://schemas.microsoft.com/office/drawing/2014/main" id="{38F0C11C-158C-8E99-158A-8C64768A336E}"/>
                </a:ext>
              </a:extLst>
            </p:cNvPr>
            <p:cNvSpPr/>
            <p:nvPr/>
          </p:nvSpPr>
          <p:spPr>
            <a:xfrm>
              <a:off x="16386739" y="6264272"/>
              <a:ext cx="59000" cy="57752"/>
            </a:xfrm>
            <a:prstGeom prst="rect">
              <a:avLst/>
            </a:prstGeom>
            <a:solidFill>
              <a:srgbClr val="69C85C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0" name="attn_heatmap_23_21">
              <a:extLst>
                <a:ext uri="{FF2B5EF4-FFF2-40B4-BE49-F238E27FC236}">
                  <a16:creationId xmlns:a16="http://schemas.microsoft.com/office/drawing/2014/main" id="{270E8B84-C31A-A882-8A27-EEC8C8514DD3}"/>
                </a:ext>
              </a:extLst>
            </p:cNvPr>
            <p:cNvSpPr/>
            <p:nvPr/>
          </p:nvSpPr>
          <p:spPr>
            <a:xfrm>
              <a:off x="16445739" y="6264272"/>
              <a:ext cx="58999" cy="57752"/>
            </a:xfrm>
            <a:prstGeom prst="rect">
              <a:avLst/>
            </a:prstGeom>
            <a:solidFill>
              <a:srgbClr val="EFE61D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1" name="attn_heatmap_23_22">
              <a:extLst>
                <a:ext uri="{FF2B5EF4-FFF2-40B4-BE49-F238E27FC236}">
                  <a16:creationId xmlns:a16="http://schemas.microsoft.com/office/drawing/2014/main" id="{B327C87B-B3FF-25B2-E253-FC6A7CBA7E9D}"/>
                </a:ext>
              </a:extLst>
            </p:cNvPr>
            <p:cNvSpPr/>
            <p:nvPr/>
          </p:nvSpPr>
          <p:spPr>
            <a:xfrm>
              <a:off x="16504737" y="6264272"/>
              <a:ext cx="58999" cy="57752"/>
            </a:xfrm>
            <a:prstGeom prst="rect">
              <a:avLst/>
            </a:prstGeom>
            <a:solidFill>
              <a:srgbClr val="D6E218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2" name="attn_heatmap_23_23">
              <a:extLst>
                <a:ext uri="{FF2B5EF4-FFF2-40B4-BE49-F238E27FC236}">
                  <a16:creationId xmlns:a16="http://schemas.microsoft.com/office/drawing/2014/main" id="{5E296918-6DDD-BFE7-331E-E8B0BCC769A7}"/>
                </a:ext>
              </a:extLst>
            </p:cNvPr>
            <p:cNvSpPr/>
            <p:nvPr/>
          </p:nvSpPr>
          <p:spPr>
            <a:xfrm>
              <a:off x="16563736" y="6264272"/>
              <a:ext cx="59000" cy="57752"/>
            </a:xfrm>
            <a:prstGeom prst="rect">
              <a:avLst/>
            </a:prstGeom>
            <a:solidFill>
              <a:srgbClr val="D8E122"/>
            </a:solidFill>
            <a:ln w="3490">
              <a:solidFill>
                <a:srgbClr val="65AD47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3" name="attn_map_frame">
              <a:extLst>
                <a:ext uri="{FF2B5EF4-FFF2-40B4-BE49-F238E27FC236}">
                  <a16:creationId xmlns:a16="http://schemas.microsoft.com/office/drawing/2014/main" id="{C05FDD19-FC68-2ED0-9FB5-AFEA2C8BFD26}"/>
                </a:ext>
              </a:extLst>
            </p:cNvPr>
            <p:cNvSpPr/>
            <p:nvPr/>
          </p:nvSpPr>
          <p:spPr>
            <a:xfrm>
              <a:off x="15186817" y="4916022"/>
              <a:ext cx="1445889" cy="1425945"/>
            </a:xfrm>
            <a:prstGeom prst="rect">
              <a:avLst/>
            </a:prstGeom>
            <a:noFill/>
            <a:ln w="31909" cap="flat" cmpd="sng" algn="ctr">
              <a:solidFill>
                <a:srgbClr val="000000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4" name="attn_map_text">
              <a:extLst>
                <a:ext uri="{FF2B5EF4-FFF2-40B4-BE49-F238E27FC236}">
                  <a16:creationId xmlns:a16="http://schemas.microsoft.com/office/drawing/2014/main" id="{081606B2-BC8F-BAE6-A739-50A2D78A0ABC}"/>
                </a:ext>
              </a:extLst>
            </p:cNvPr>
            <p:cNvSpPr txBox="1"/>
            <p:nvPr/>
          </p:nvSpPr>
          <p:spPr>
            <a:xfrm>
              <a:off x="15216733" y="5085540"/>
              <a:ext cx="1386059" cy="1126796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lang="en-US" altLang="zh-CN" sz="1963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Multivariate
Correlations
Map</a:t>
              </a:r>
              <a:endParaRPr lang="zh-CN" altLang="en-US" sz="1963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17" name="attn_matmul2_text">
            <a:extLst>
              <a:ext uri="{FF2B5EF4-FFF2-40B4-BE49-F238E27FC236}">
                <a16:creationId xmlns:a16="http://schemas.microsoft.com/office/drawing/2014/main" id="{9B8EAB6D-3FFD-9AEF-4E77-69974F937358}"/>
              </a:ext>
            </a:extLst>
          </p:cNvPr>
          <p:cNvSpPr txBox="1"/>
          <p:nvPr/>
        </p:nvSpPr>
        <p:spPr>
          <a:xfrm>
            <a:off x="15356336" y="6860493"/>
            <a:ext cx="1116824" cy="4487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198" b="1">
                <a:solidFill>
                  <a:srgbClr val="000000"/>
                </a:solidFill>
                <a:latin typeface="Times New Roman" panose="02020603050405020304" pitchFamily="18" charset="0"/>
              </a:rPr>
              <a:t>MatMul</a:t>
            </a:r>
            <a:endParaRPr lang="zh-CN" altLang="en-US" sz="2198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229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自定义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FigTrans — Editable Transformer Reconstruction</dc:title>
  <dc:creator>XiaoN</dc:creator>
  <cp:lastModifiedBy>XiaoN</cp:lastModifiedBy>
  <cp:revision>3</cp:revision>
  <dcterms:created xsi:type="dcterms:W3CDTF">2026-10-25T07:45:42Z</dcterms:created>
  <dcterms:modified xsi:type="dcterms:W3CDTF">2026-10-25T08:05:27Z</dcterms:modified>
</cp:coreProperties>
</file>