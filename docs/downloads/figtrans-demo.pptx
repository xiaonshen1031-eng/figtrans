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B15A8-8CC8-2990-8557-56AEA6BCB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CD8A5C-6A05-F6CA-58AB-4BE68C276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49FBED-65B8-D962-9D7D-A5E465F6E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7683-32AD-4C69-83FE-FFD127F67A47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92B870-0A43-23FF-758F-D26C83B2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F7269D-5597-85C7-D9DD-8D4D7AB9D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12E66-892C-4233-8090-1CCBED72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63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33C8B-AB13-A46F-E21E-7B8179747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111CDE-97DD-C370-A914-84337408A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62565F-F797-9604-DA8A-31A4FB38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7683-32AD-4C69-83FE-FFD127F67A47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01AFA1-E191-D9C6-4C15-6D6D4FCF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631CC1-7FFF-F1C2-A496-C5D0C802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12E66-892C-4233-8090-1CCBED72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549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29FD86-5BD5-9F87-D498-73FFDD52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E77341-C3CB-D7E8-150B-7CDDCFF99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BE98C4-D8B5-3C44-5B0A-43ABA7592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7683-32AD-4C69-83FE-FFD127F67A47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20C67C-37D5-EA4B-214F-3EE819A86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30317A-2893-C452-3141-E531B192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12E66-892C-4233-8090-1CCBED72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957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18EFD-76E1-DDD3-6EAA-DFC28C76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A143F2-9311-E291-9CAC-FA74F98C0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9A3DB0-7F14-4873-E360-BE47A6EE4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534634-3D96-BAD8-FE4D-B3A900FDE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7683-32AD-4C69-83FE-FFD127F67A47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E1E21C-9555-D660-19E9-B6562121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AD5D4A-FB8F-4D38-A649-6C2FD8EC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12E66-892C-4233-8090-1CCBED72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31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B618D-59FA-BA82-21E2-34545DDD4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E42EB-8781-15FE-6C74-5013F4CEE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45E6D7-8D4B-CDEF-868A-D91E8067A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FF494C-4078-C696-4304-81467E055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0B7000-9BFA-0B87-3C5A-742D8A260B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2002A4-8700-647A-591B-DDB69D79C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7683-32AD-4C69-83FE-FFD127F67A47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98B75B-4439-D4AC-4DA7-9D3D7AD14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A3B75E-2631-DAE1-3890-FBB9BD3A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12E66-892C-4233-8090-1CCBED72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071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DA2B7-91D3-2755-8CE5-CAB583110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6595FE-C390-3BF4-104C-7F77FB7A1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7683-32AD-4C69-83FE-FFD127F67A47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D318AB-8562-71C6-E360-5A77B68B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931502-0444-B6D5-4378-58617022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12E66-892C-4233-8090-1CCBED72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600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F16D6E-FE77-8FD1-3A3C-94F832176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7683-32AD-4C69-83FE-FFD127F67A47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44D8B9-C6B3-D946-860B-4C118C010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DA0588-EA99-3BDE-96DC-8B33503A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12E66-892C-4233-8090-1CCBED72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19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CF474-E447-EC59-BA4A-992C0CDA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270D13-9E16-3A04-B0D8-096A08253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314BB4-D79E-B44E-32CE-EFB66B9C0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783A3B-344C-A477-638B-375ABAE6F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7683-32AD-4C69-83FE-FFD127F67A47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791DCB-DAD7-6673-D81B-7F78E3670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CC99B2-E112-A023-8C43-C6855F4A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12E66-892C-4233-8090-1CCBED72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208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05B58-87D5-5CDA-B5F3-3E291496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541884-39B5-E523-AD57-B7BE65D33CD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DA798A-996F-B0D7-34B8-50A02FCD2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58E29F-AB8C-1BBB-07BC-92976411D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7683-32AD-4C69-83FE-FFD127F67A47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04DF6C-89CD-B8B6-7C21-DCF6F0DE9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66B5BD-020C-7CD7-8C23-E99E30CD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12E66-892C-4233-8090-1CCBED72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41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94FD6-7880-71EB-BBD0-873439995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A00D7B-A7E1-7A27-D016-19A7B4D97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15DEBA-DE3C-7337-D51D-EB2AF7F58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7683-32AD-4C69-83FE-FFD127F67A47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A813B5-61FC-194A-88D1-079E43043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21BAA8-C01C-1155-EDC6-E1F6E44C0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12E66-892C-4233-8090-1CCBED72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210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83DE8C9-F01D-E1A8-4548-A38019CE53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A29699-5648-451E-8548-F296C5648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7CE25D-0519-09EF-9377-77BD5D72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7683-32AD-4C69-83FE-FFD127F67A47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D1E28B-2F12-B647-8326-D1A8E7C5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25FE8A-FDD2-95D4-F126-D1EB755B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12E66-892C-4233-8090-1CCBED72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6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F309C5-352A-4510-7971-697DCFAB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D8C715-9442-755E-B682-1D318DDFD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44CDCD-9EF8-12FD-F7D7-744FF61C2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87683-32AD-4C69-83FE-FFD127F67A47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15A7F9-6191-54C4-E59F-1C64678D5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B5B9B4-F00C-3B07-87A8-DD628F9146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F12E66-892C-4233-8090-1CCBED72F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59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>
            <a:extLst>
              <a:ext uri="{FF2B5EF4-FFF2-40B4-BE49-F238E27FC236}">
                <a16:creationId xmlns:a16="http://schemas.microsoft.com/office/drawing/2014/main" id="{17C2E944-485B-C546-01F5-84A5C7B08272}"/>
              </a:ext>
            </a:extLst>
          </p:cNvPr>
          <p:cNvSpPr txBox="1"/>
          <p:nvPr/>
        </p:nvSpPr>
        <p:spPr>
          <a:xfrm>
            <a:off x="609600" y="304800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400" b="1">
                <a:solidFill>
                  <a:srgbClr val="151715"/>
                </a:solidFill>
                <a:latin typeface="Arial" panose="020B0604020202020204" pitchFamily="34" charset="0"/>
              </a:rPr>
              <a:t>FigTrans</a:t>
            </a:r>
            <a:endParaRPr lang="zh-CN" altLang="en-US" sz="2400" b="1">
              <a:solidFill>
                <a:srgbClr val="151715"/>
              </a:solidFill>
              <a:latin typeface="Arial" panose="020B0604020202020204" pitchFamily="34" charset="0"/>
            </a:endParaRPr>
          </a:p>
        </p:txBody>
      </p:sp>
      <p:sp>
        <p:nvSpPr>
          <p:cNvPr id="3" name="type">
            <a:extLst>
              <a:ext uri="{FF2B5EF4-FFF2-40B4-BE49-F238E27FC236}">
                <a16:creationId xmlns:a16="http://schemas.microsoft.com/office/drawing/2014/main" id="{1E436128-3855-D63A-D5AC-36C9205BA500}"/>
              </a:ext>
            </a:extLst>
          </p:cNvPr>
          <p:cNvSpPr txBox="1"/>
          <p:nvPr/>
        </p:nvSpPr>
        <p:spPr>
          <a:xfrm>
            <a:off x="6477000" y="381000"/>
            <a:ext cx="508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>
                <a:solidFill>
                  <a:srgbClr val="151715"/>
                </a:solidFill>
                <a:latin typeface="Arial" panose="020B0604020202020204" pitchFamily="34" charset="0"/>
              </a:rPr>
              <a:t>NATIVE EDITABILITY / ORIGINAL DEMO</a:t>
            </a:r>
            <a:endParaRPr lang="zh-CN" altLang="en-US" sz="1100">
              <a:solidFill>
                <a:srgbClr val="151715"/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6CE44F0E-2117-DDF5-8492-835BB1B006B3}"/>
              </a:ext>
            </a:extLst>
          </p:cNvPr>
          <p:cNvSpPr txBox="1"/>
          <p:nvPr/>
        </p:nvSpPr>
        <p:spPr>
          <a:xfrm>
            <a:off x="609600" y="1016000"/>
            <a:ext cx="10972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3200" b="1">
                <a:solidFill>
                  <a:srgbClr val="151715"/>
                </a:solidFill>
                <a:latin typeface="Arial" panose="020B0604020202020204" pitchFamily="34" charset="0"/>
              </a:rPr>
              <a:t>A figure you can keep working on.</a:t>
            </a:r>
            <a:endParaRPr lang="zh-CN" altLang="en-US" sz="3200" b="1">
              <a:solidFill>
                <a:srgbClr val="151715"/>
              </a:solidFill>
              <a:latin typeface="Arial" panose="020B0604020202020204" pitchFamily="34" charset="0"/>
            </a:endParaRP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B6FA4FC-22E2-8E56-DCB4-A2B5981622B9}"/>
              </a:ext>
            </a:extLst>
          </p:cNvPr>
          <p:cNvSpPr txBox="1"/>
          <p:nvPr/>
        </p:nvSpPr>
        <p:spPr>
          <a:xfrm>
            <a:off x="609600" y="1651000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600">
                <a:solidFill>
                  <a:srgbClr val="151715"/>
                </a:solidFill>
                <a:latin typeface="Arial" panose="020B0604020202020204" pitchFamily="34" charset="0"/>
              </a:rPr>
              <a:t>Text. Shapes. Curves. Attached connections.</a:t>
            </a:r>
            <a:endParaRPr lang="zh-CN" altLang="en-US" sz="1600">
              <a:solidFill>
                <a:srgbClr val="151715"/>
              </a:solidFill>
              <a:latin typeface="Arial" panose="020B0604020202020204" pitchFamily="34" charset="0"/>
            </a:endParaRPr>
          </a:p>
        </p:txBody>
      </p:sp>
      <p:sp>
        <p:nvSpPr>
          <p:cNvPr id="6" name="input">
            <a:extLst>
              <a:ext uri="{FF2B5EF4-FFF2-40B4-BE49-F238E27FC236}">
                <a16:creationId xmlns:a16="http://schemas.microsoft.com/office/drawing/2014/main" id="{AF2EE1EA-FAD1-6842-6080-DD6DA91DF82A}"/>
              </a:ext>
            </a:extLst>
          </p:cNvPr>
          <p:cNvSpPr/>
          <p:nvPr/>
        </p:nvSpPr>
        <p:spPr>
          <a:xfrm>
            <a:off x="1016000" y="2667000"/>
            <a:ext cx="2159000" cy="889000"/>
          </a:xfrm>
          <a:prstGeom prst="roundRect">
            <a:avLst>
              <a:gd name="adj" fmla="val 12000"/>
            </a:avLst>
          </a:prstGeom>
          <a:solidFill>
            <a:srgbClr val="F3F1EA"/>
          </a:solidFill>
          <a:ln w="15240">
            <a:solidFill>
              <a:srgbClr val="15171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151715"/>
                </a:solidFill>
                <a:latin typeface="Arial" panose="020B0604020202020204" pitchFamily="34" charset="0"/>
              </a:rPr>
              <a:t>REFERENCE</a:t>
            </a:r>
            <a:endParaRPr lang="zh-CN" altLang="en-US" sz="2100" b="1">
              <a:solidFill>
                <a:srgbClr val="151715"/>
              </a:solidFill>
              <a:latin typeface="Arial" panose="020B0604020202020204" pitchFamily="34" charset="0"/>
            </a:endParaRPr>
          </a:p>
        </p:txBody>
      </p:sp>
      <p:sp>
        <p:nvSpPr>
          <p:cNvPr id="7" name="model">
            <a:extLst>
              <a:ext uri="{FF2B5EF4-FFF2-40B4-BE49-F238E27FC236}">
                <a16:creationId xmlns:a16="http://schemas.microsoft.com/office/drawing/2014/main" id="{BBD8F489-7BE9-734C-06BB-FA04E7A91BA3}"/>
              </a:ext>
            </a:extLst>
          </p:cNvPr>
          <p:cNvSpPr/>
          <p:nvPr/>
        </p:nvSpPr>
        <p:spPr>
          <a:xfrm>
            <a:off x="5461000" y="3378200"/>
            <a:ext cx="2159000" cy="889000"/>
          </a:xfrm>
          <a:prstGeom prst="roundRect">
            <a:avLst>
              <a:gd name="adj" fmla="val 12000"/>
            </a:avLst>
          </a:prstGeom>
          <a:solidFill>
            <a:srgbClr val="DBFF4F"/>
          </a:solidFill>
          <a:ln w="15240">
            <a:solidFill>
              <a:srgbClr val="15171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151715"/>
                </a:solidFill>
                <a:latin typeface="Arial" panose="020B0604020202020204" pitchFamily="34" charset="0"/>
              </a:rPr>
              <a:t>REFINE</a:t>
            </a:r>
            <a:endParaRPr lang="zh-CN" altLang="en-US" sz="2100" b="1">
              <a:solidFill>
                <a:srgbClr val="151715"/>
              </a:solidFill>
              <a:latin typeface="Arial" panose="020B0604020202020204" pitchFamily="34" charset="0"/>
            </a:endParaRPr>
          </a:p>
        </p:txBody>
      </p:sp>
      <p:sp>
        <p:nvSpPr>
          <p:cNvPr id="8" name="output">
            <a:extLst>
              <a:ext uri="{FF2B5EF4-FFF2-40B4-BE49-F238E27FC236}">
                <a16:creationId xmlns:a16="http://schemas.microsoft.com/office/drawing/2014/main" id="{5B11060A-F123-A3C7-8B92-CC1A9A03816F}"/>
              </a:ext>
            </a:extLst>
          </p:cNvPr>
          <p:cNvSpPr/>
          <p:nvPr/>
        </p:nvSpPr>
        <p:spPr>
          <a:xfrm>
            <a:off x="9017000" y="2667000"/>
            <a:ext cx="2159000" cy="889000"/>
          </a:xfrm>
          <a:prstGeom prst="roundRect">
            <a:avLst>
              <a:gd name="adj" fmla="val 12000"/>
            </a:avLst>
          </a:prstGeom>
          <a:solidFill>
            <a:srgbClr val="F3F1EA"/>
          </a:solidFill>
          <a:ln w="15240">
            <a:solidFill>
              <a:srgbClr val="15171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151715"/>
                </a:solidFill>
                <a:latin typeface="Arial" panose="020B0604020202020204" pitchFamily="34" charset="0"/>
              </a:rPr>
              <a:t>EDITABLE</a:t>
            </a:r>
            <a:endParaRPr lang="zh-CN" altLang="en-US" sz="2100" b="1">
              <a:solidFill>
                <a:srgbClr val="151715"/>
              </a:solidFill>
              <a:latin typeface="Arial" panose="020B0604020202020204" pitchFamily="34" charset="0"/>
            </a:endParaRPr>
          </a:p>
        </p:txBody>
      </p:sp>
      <p:sp>
        <p:nvSpPr>
          <p:cNvPr id="9" name="input_label">
            <a:extLst>
              <a:ext uri="{FF2B5EF4-FFF2-40B4-BE49-F238E27FC236}">
                <a16:creationId xmlns:a16="http://schemas.microsoft.com/office/drawing/2014/main" id="{8947D4A2-65ED-93C6-30A6-40E074851FE5}"/>
              </a:ext>
            </a:extLst>
          </p:cNvPr>
          <p:cNvSpPr txBox="1"/>
          <p:nvPr/>
        </p:nvSpPr>
        <p:spPr>
          <a:xfrm>
            <a:off x="1016000" y="2311400"/>
            <a:ext cx="215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151715"/>
                </a:solidFill>
                <a:latin typeface="Arial" panose="020B0604020202020204" pitchFamily="34" charset="0"/>
              </a:rPr>
              <a:t>01 / Inspect</a:t>
            </a:r>
            <a:endParaRPr lang="zh-CN" altLang="en-US" sz="1200">
              <a:solidFill>
                <a:srgbClr val="151715"/>
              </a:solidFill>
              <a:latin typeface="Arial" panose="020B0604020202020204" pitchFamily="34" charset="0"/>
            </a:endParaRPr>
          </a:p>
        </p:txBody>
      </p:sp>
      <p:sp>
        <p:nvSpPr>
          <p:cNvPr id="10" name="model_label">
            <a:extLst>
              <a:ext uri="{FF2B5EF4-FFF2-40B4-BE49-F238E27FC236}">
                <a16:creationId xmlns:a16="http://schemas.microsoft.com/office/drawing/2014/main" id="{6A98667B-85FC-B6D9-F403-4F5EAC8825BD}"/>
              </a:ext>
            </a:extLst>
          </p:cNvPr>
          <p:cNvSpPr txBox="1"/>
          <p:nvPr/>
        </p:nvSpPr>
        <p:spPr>
          <a:xfrm>
            <a:off x="5016500" y="2311400"/>
            <a:ext cx="215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151715"/>
                </a:solidFill>
                <a:latin typeface="Arial" panose="020B0604020202020204" pitchFamily="34" charset="0"/>
              </a:rPr>
              <a:t>02 / Reconstruct</a:t>
            </a:r>
            <a:endParaRPr lang="zh-CN" altLang="en-US" sz="1200">
              <a:solidFill>
                <a:srgbClr val="151715"/>
              </a:solidFill>
              <a:latin typeface="Arial" panose="020B0604020202020204" pitchFamily="34" charset="0"/>
            </a:endParaRPr>
          </a:p>
        </p:txBody>
      </p:sp>
      <p:sp>
        <p:nvSpPr>
          <p:cNvPr id="11" name="output_label">
            <a:extLst>
              <a:ext uri="{FF2B5EF4-FFF2-40B4-BE49-F238E27FC236}">
                <a16:creationId xmlns:a16="http://schemas.microsoft.com/office/drawing/2014/main" id="{3153F189-700A-8BE7-1A39-D6D7EE7E9E34}"/>
              </a:ext>
            </a:extLst>
          </p:cNvPr>
          <p:cNvSpPr txBox="1"/>
          <p:nvPr/>
        </p:nvSpPr>
        <p:spPr>
          <a:xfrm>
            <a:off x="9017000" y="2311400"/>
            <a:ext cx="215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151715"/>
                </a:solidFill>
                <a:latin typeface="Arial" panose="020B0604020202020204" pitchFamily="34" charset="0"/>
              </a:rPr>
              <a:t>03 / Reopen + verify</a:t>
            </a:r>
            <a:endParaRPr lang="zh-CN" altLang="en-US" sz="1200">
              <a:solidFill>
                <a:srgbClr val="151715"/>
              </a:solidFill>
              <a:latin typeface="Arial" panose="020B0604020202020204" pitchFamily="34" charset="0"/>
            </a:endParaRPr>
          </a:p>
        </p:txBody>
      </p:sp>
      <p:sp>
        <p:nvSpPr>
          <p:cNvPr id="12" name="curve_frame">
            <a:extLst>
              <a:ext uri="{FF2B5EF4-FFF2-40B4-BE49-F238E27FC236}">
                <a16:creationId xmlns:a16="http://schemas.microsoft.com/office/drawing/2014/main" id="{1DBB0BB5-CFF7-6D04-AFCA-DF02CE05D57E}"/>
              </a:ext>
            </a:extLst>
          </p:cNvPr>
          <p:cNvSpPr/>
          <p:nvPr/>
        </p:nvSpPr>
        <p:spPr>
          <a:xfrm>
            <a:off x="9017000" y="4470400"/>
            <a:ext cx="215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5171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curve_label">
            <a:extLst>
              <a:ext uri="{FF2B5EF4-FFF2-40B4-BE49-F238E27FC236}">
                <a16:creationId xmlns:a16="http://schemas.microsoft.com/office/drawing/2014/main" id="{C4AD5C96-A0F9-4950-7316-5831735C005F}"/>
              </a:ext>
            </a:extLst>
          </p:cNvPr>
          <p:cNvSpPr txBox="1"/>
          <p:nvPr/>
        </p:nvSpPr>
        <p:spPr>
          <a:xfrm>
            <a:off x="9017000" y="5715000"/>
            <a:ext cx="2159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151715"/>
                </a:solidFill>
                <a:latin typeface="Arial" panose="020B0604020202020204" pitchFamily="34" charset="0"/>
              </a:rPr>
              <a:t>Native vector path</a:t>
            </a:r>
            <a:endParaRPr lang="zh-CN" altLang="en-US" sz="1200">
              <a:solidFill>
                <a:srgbClr val="151715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adout">
            <a:extLst>
              <a:ext uri="{FF2B5EF4-FFF2-40B4-BE49-F238E27FC236}">
                <a16:creationId xmlns:a16="http://schemas.microsoft.com/office/drawing/2014/main" id="{7C8714BF-F85E-A1B4-4683-2C83B4339DEE}"/>
              </a:ext>
            </a:extLst>
          </p:cNvPr>
          <p:cNvSpPr txBox="1"/>
          <p:nvPr/>
        </p:nvSpPr>
        <p:spPr>
          <a:xfrm>
            <a:off x="4762500" y="4635500"/>
            <a:ext cx="2667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800">
                <a:solidFill>
                  <a:srgbClr val="151715"/>
                </a:solidFill>
                <a:latin typeface="Arial" panose="020B0604020202020204" pitchFamily="34" charset="0"/>
              </a:rPr>
              <a:t>y = f(x)</a:t>
            </a:r>
            <a:endParaRPr lang="zh-CN" altLang="en-US" sz="2800">
              <a:solidFill>
                <a:srgbClr val="151715"/>
              </a:solidFill>
              <a:latin typeface="Arial" panose="020B0604020202020204" pitchFamily="34" charset="0"/>
            </a:endParaRPr>
          </a:p>
        </p:txBody>
      </p:sp>
      <p:sp>
        <p:nvSpPr>
          <p:cNvPr id="15" name="caption">
            <a:extLst>
              <a:ext uri="{FF2B5EF4-FFF2-40B4-BE49-F238E27FC236}">
                <a16:creationId xmlns:a16="http://schemas.microsoft.com/office/drawing/2014/main" id="{DC0FE9DE-55E7-0360-C17A-6DB75B40D611}"/>
              </a:ext>
            </a:extLst>
          </p:cNvPr>
          <p:cNvSpPr txBox="1"/>
          <p:nvPr/>
        </p:nvSpPr>
        <p:spPr>
          <a:xfrm>
            <a:off x="609600" y="62230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>
                <a:solidFill>
                  <a:srgbClr val="151715"/>
                </a:solidFill>
                <a:latin typeface="Arial" panose="020B0604020202020204" pitchFamily="34" charset="0"/>
              </a:rPr>
              <a:t>Original synthetic example. No manuscript data.</a:t>
            </a:r>
            <a:endParaRPr lang="zh-CN" altLang="en-US" sz="1100">
              <a:solidFill>
                <a:srgbClr val="151715"/>
              </a:solidFill>
              <a:latin typeface="Arial" panose="020B0604020202020204" pitchFamily="34" charset="0"/>
            </a:endParaRPr>
          </a:p>
        </p:txBody>
      </p:sp>
      <p:sp>
        <p:nvSpPr>
          <p:cNvPr id="16" name="native_curve">
            <a:extLst>
              <a:ext uri="{FF2B5EF4-FFF2-40B4-BE49-F238E27FC236}">
                <a16:creationId xmlns:a16="http://schemas.microsoft.com/office/drawing/2014/main" id="{BE3BFA55-9AAD-8529-4D5C-A69D27247D91}"/>
              </a:ext>
            </a:extLst>
          </p:cNvPr>
          <p:cNvSpPr/>
          <p:nvPr/>
        </p:nvSpPr>
        <p:spPr>
          <a:xfrm>
            <a:off x="9207500" y="4678445"/>
            <a:ext cx="1714501" cy="714211"/>
          </a:xfrm>
          <a:custGeom>
            <a:avLst/>
            <a:gdLst/>
            <a:ahLst/>
            <a:cxnLst/>
            <a:rect l="0" t="0" r="0" b="0"/>
            <a:pathLst>
              <a:path w="1714501" h="714211">
                <a:moveTo>
                  <a:pt x="0" y="714210"/>
                </a:moveTo>
                <a:lnTo>
                  <a:pt x="57150" y="712311"/>
                </a:lnTo>
                <a:lnTo>
                  <a:pt x="114300" y="709678"/>
                </a:lnTo>
                <a:lnTo>
                  <a:pt x="171450" y="706035"/>
                </a:lnTo>
                <a:lnTo>
                  <a:pt x="228600" y="701012"/>
                </a:lnTo>
                <a:lnTo>
                  <a:pt x="285750" y="694120"/>
                </a:lnTo>
                <a:lnTo>
                  <a:pt x="342900" y="684723"/>
                </a:lnTo>
                <a:lnTo>
                  <a:pt x="400050" y="672024"/>
                </a:lnTo>
                <a:lnTo>
                  <a:pt x="457200" y="655062"/>
                </a:lnTo>
                <a:lnTo>
                  <a:pt x="514350" y="632764"/>
                </a:lnTo>
                <a:lnTo>
                  <a:pt x="571500" y="604050"/>
                </a:lnTo>
                <a:lnTo>
                  <a:pt x="628650" y="568043"/>
                </a:lnTo>
                <a:lnTo>
                  <a:pt x="685800" y="524368"/>
                </a:lnTo>
                <a:lnTo>
                  <a:pt x="742950" y="473477"/>
                </a:lnTo>
                <a:lnTo>
                  <a:pt x="800100" y="416878"/>
                </a:lnTo>
                <a:lnTo>
                  <a:pt x="857250" y="357105"/>
                </a:lnTo>
                <a:lnTo>
                  <a:pt x="914400" y="297332"/>
                </a:lnTo>
                <a:lnTo>
                  <a:pt x="971550" y="240733"/>
                </a:lnTo>
                <a:lnTo>
                  <a:pt x="1028700" y="189842"/>
                </a:lnTo>
                <a:lnTo>
                  <a:pt x="1085850" y="146167"/>
                </a:lnTo>
                <a:lnTo>
                  <a:pt x="1143000" y="110160"/>
                </a:lnTo>
                <a:lnTo>
                  <a:pt x="1200150" y="81446"/>
                </a:lnTo>
                <a:lnTo>
                  <a:pt x="1257300" y="59148"/>
                </a:lnTo>
                <a:lnTo>
                  <a:pt x="1314450" y="42186"/>
                </a:lnTo>
                <a:lnTo>
                  <a:pt x="1371600" y="29487"/>
                </a:lnTo>
                <a:lnTo>
                  <a:pt x="1428750" y="20090"/>
                </a:lnTo>
                <a:lnTo>
                  <a:pt x="1485900" y="13198"/>
                </a:lnTo>
                <a:lnTo>
                  <a:pt x="1543050" y="8175"/>
                </a:lnTo>
                <a:lnTo>
                  <a:pt x="1600200" y="4532"/>
                </a:lnTo>
                <a:lnTo>
                  <a:pt x="1657350" y="1899"/>
                </a:lnTo>
                <a:lnTo>
                  <a:pt x="1714500" y="0"/>
                </a:lnTo>
              </a:path>
            </a:pathLst>
          </a:custGeom>
          <a:ln w="25400">
            <a:solidFill>
              <a:srgbClr val="151715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flow_in">
            <a:extLst>
              <a:ext uri="{FF2B5EF4-FFF2-40B4-BE49-F238E27FC236}">
                <a16:creationId xmlns:a16="http://schemas.microsoft.com/office/drawing/2014/main" id="{6993F4D2-F93E-69B1-E3E3-11C0369CC3A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175000" y="3111500"/>
            <a:ext cx="2286000" cy="711200"/>
          </a:xfrm>
          <a:prstGeom prst="straightConnector1">
            <a:avLst/>
          </a:prstGeom>
          <a:ln w="27940">
            <a:solidFill>
              <a:srgbClr val="151715"/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_out">
            <a:extLst>
              <a:ext uri="{FF2B5EF4-FFF2-40B4-BE49-F238E27FC236}">
                <a16:creationId xmlns:a16="http://schemas.microsoft.com/office/drawing/2014/main" id="{9ADF96B7-B54D-4147-B612-F1035B8F68B2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7620000" y="3111500"/>
            <a:ext cx="1397000" cy="711200"/>
          </a:xfrm>
          <a:prstGeom prst="straightConnector1">
            <a:avLst/>
          </a:prstGeom>
          <a:ln w="27940">
            <a:solidFill>
              <a:srgbClr val="151715"/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urve_branch">
            <a:extLst>
              <a:ext uri="{FF2B5EF4-FFF2-40B4-BE49-F238E27FC236}">
                <a16:creationId xmlns:a16="http://schemas.microsoft.com/office/drawing/2014/main" id="{78EAC614-F7E3-16AE-D6DA-0302E797E8D1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8216900" y="2590800"/>
            <a:ext cx="203200" cy="3556000"/>
          </a:xfrm>
          <a:prstGeom prst="bentConnector3">
            <a:avLst>
              <a:gd name="adj1" fmla="val 50000"/>
            </a:avLst>
          </a:prstGeom>
          <a:ln w="27940">
            <a:solidFill>
              <a:srgbClr val="151715"/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869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creator>XiaoN</dc:creator>
  <ns0:lastModifiedBy>XiaoN</ns0:lastModifiedBy>
  <ns0:revision>2</ns0:revision>
  <ns2:created xsi:type="dcterms:W3CDTF">2026-10-25T06:10:24Z</ns2:created>
  <ns2:modified xsi:type="dcterms:W3CDTF">2026-10-25T06:12:16Z</ns2:modified>
</ns0:coreProperties>
</file>